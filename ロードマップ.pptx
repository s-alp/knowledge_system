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0"/>
  </p:notesMasterIdLst>
  <p:sldIdLst>
    <p:sldId id="282" r:id="rId5"/>
    <p:sldId id="312" r:id="rId6"/>
    <p:sldId id="317" r:id="rId7"/>
    <p:sldId id="318" r:id="rId8"/>
    <p:sldId id="31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C80"/>
    <a:srgbClr val="FFCCCC"/>
    <a:srgbClr val="CCECFF"/>
    <a:srgbClr val="91BCE3"/>
    <a:srgbClr val="FFFF66"/>
    <a:srgbClr val="FFFF00"/>
    <a:srgbClr val="81B2DF"/>
    <a:srgbClr val="FFFF9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6B5F2-5C68-48E9-91C5-7E365303F06C}" v="52" dt="2025-11-06T13:40:50.295"/>
    <p1510:client id="{5789F227-0080-496E-B2EC-E7A71AAD1252}" v="860" dt="2025-11-06T13:11:39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kimuraMatsumura" userId="0dd43f76-ed05-43ce-ac6a-3ed1b6b5427b" providerId="ADAL" clId="{0A868935-EA81-449A-94D0-7D07CC5F55F9}"/>
    <pc:docChg chg="delSld modSld">
      <pc:chgData name="YukimuraMatsumura" userId="0dd43f76-ed05-43ce-ac6a-3ed1b6b5427b" providerId="ADAL" clId="{0A868935-EA81-449A-94D0-7D07CC5F55F9}" dt="2025-11-06T13:40:50.295" v="51" actId="1076"/>
      <pc:docMkLst>
        <pc:docMk/>
      </pc:docMkLst>
      <pc:sldChg chg="addSp modSp mod">
        <pc:chgData name="YukimuraMatsumura" userId="0dd43f76-ed05-43ce-ac6a-3ed1b6b5427b" providerId="ADAL" clId="{0A868935-EA81-449A-94D0-7D07CC5F55F9}" dt="2025-11-06T13:40:50.295" v="51" actId="1076"/>
        <pc:sldMkLst>
          <pc:docMk/>
          <pc:sldMk cId="1234090959" sldId="312"/>
        </pc:sldMkLst>
        <pc:spChg chg="add mod">
          <ac:chgData name="YukimuraMatsumura" userId="0dd43f76-ed05-43ce-ac6a-3ed1b6b5427b" providerId="ADAL" clId="{0A868935-EA81-449A-94D0-7D07CC5F55F9}" dt="2025-11-06T13:40:50.295" v="51" actId="1076"/>
          <ac:spMkLst>
            <pc:docMk/>
            <pc:sldMk cId="1234090959" sldId="312"/>
            <ac:spMk id="5" creationId="{87FFD9C6-1E37-1B51-F40B-75709A8B7C60}"/>
          </ac:spMkLst>
        </pc:spChg>
      </pc:sldChg>
      <pc:sldChg chg="del">
        <pc:chgData name="YukimuraMatsumura" userId="0dd43f76-ed05-43ce-ac6a-3ed1b6b5427b" providerId="ADAL" clId="{0A868935-EA81-449A-94D0-7D07CC5F55F9}" dt="2025-11-06T13:35:56.419" v="0" actId="47"/>
        <pc:sldMkLst>
          <pc:docMk/>
          <pc:sldMk cId="2124538224" sldId="315"/>
        </pc:sldMkLst>
      </pc:sldChg>
      <pc:sldChg chg="del">
        <pc:chgData name="YukimuraMatsumura" userId="0dd43f76-ed05-43ce-ac6a-3ed1b6b5427b" providerId="ADAL" clId="{0A868935-EA81-449A-94D0-7D07CC5F55F9}" dt="2025-11-06T13:37:01.120" v="1" actId="47"/>
        <pc:sldMkLst>
          <pc:docMk/>
          <pc:sldMk cId="1846989559" sldId="320"/>
        </pc:sldMkLst>
      </pc:sldChg>
    </pc:docChg>
  </pc:docChgLst>
  <pc:docChgLst>
    <pc:chgData name="YukimuraMatsumura" userId="0dd43f76-ed05-43ce-ac6a-3ed1b6b5427b" providerId="ADAL" clId="{7DB9ACB4-D2DE-476C-AE39-351F486A3AA1}"/>
    <pc:docChg chg="undo redo custSel addSld delSld modSld sldOrd">
      <pc:chgData name="YukimuraMatsumura" userId="0dd43f76-ed05-43ce-ac6a-3ed1b6b5427b" providerId="ADAL" clId="{7DB9ACB4-D2DE-476C-AE39-351F486A3AA1}" dt="2025-11-06T13:11:39.027" v="7147" actId="20577"/>
      <pc:docMkLst>
        <pc:docMk/>
      </pc:docMkLst>
      <pc:sldChg chg="modSp mod">
        <pc:chgData name="YukimuraMatsumura" userId="0dd43f76-ed05-43ce-ac6a-3ed1b6b5427b" providerId="ADAL" clId="{7DB9ACB4-D2DE-476C-AE39-351F486A3AA1}" dt="2025-11-04T10:17:46.758" v="65" actId="20577"/>
        <pc:sldMkLst>
          <pc:docMk/>
          <pc:sldMk cId="1418057713" sldId="282"/>
        </pc:sldMkLst>
        <pc:spChg chg="mod">
          <ac:chgData name="YukimuraMatsumura" userId="0dd43f76-ed05-43ce-ac6a-3ed1b6b5427b" providerId="ADAL" clId="{7DB9ACB4-D2DE-476C-AE39-351F486A3AA1}" dt="2025-11-04T10:17:36.590" v="54" actId="27636"/>
          <ac:spMkLst>
            <pc:docMk/>
            <pc:sldMk cId="1418057713" sldId="282"/>
            <ac:spMk id="2" creationId="{00000000-0000-0000-0000-000000000000}"/>
          </ac:spMkLst>
        </pc:spChg>
        <pc:spChg chg="mod">
          <ac:chgData name="YukimuraMatsumura" userId="0dd43f76-ed05-43ce-ac6a-3ed1b6b5427b" providerId="ADAL" clId="{7DB9ACB4-D2DE-476C-AE39-351F486A3AA1}" dt="2025-11-04T10:17:46.758" v="65" actId="20577"/>
          <ac:spMkLst>
            <pc:docMk/>
            <pc:sldMk cId="1418057713" sldId="282"/>
            <ac:spMk id="3" creationId="{90404A3B-0B53-4FFF-98FA-CA0EF4FC9CFD}"/>
          </ac:spMkLst>
        </pc:spChg>
      </pc:sldChg>
      <pc:sldChg chg="addSp delSp modSp mod">
        <pc:chgData name="YukimuraMatsumura" userId="0dd43f76-ed05-43ce-ac6a-3ed1b6b5427b" providerId="ADAL" clId="{7DB9ACB4-D2DE-476C-AE39-351F486A3AA1}" dt="2025-11-05T08:14:11.792" v="1907" actId="20577"/>
        <pc:sldMkLst>
          <pc:docMk/>
          <pc:sldMk cId="1234090959" sldId="312"/>
        </pc:sldMkLst>
        <pc:spChg chg="mod">
          <ac:chgData name="YukimuraMatsumura" userId="0dd43f76-ed05-43ce-ac6a-3ed1b6b5427b" providerId="ADAL" clId="{7DB9ACB4-D2DE-476C-AE39-351F486A3AA1}" dt="2025-11-04T10:24:15.320" v="90" actId="20577"/>
          <ac:spMkLst>
            <pc:docMk/>
            <pc:sldMk cId="1234090959" sldId="312"/>
            <ac:spMk id="2" creationId="{5B94A5C9-A817-32C6-EFFC-F94003D7E935}"/>
          </ac:spMkLst>
        </pc:spChg>
        <pc:spChg chg="add mod">
          <ac:chgData name="YukimuraMatsumura" userId="0dd43f76-ed05-43ce-ac6a-3ed1b6b5427b" providerId="ADAL" clId="{7DB9ACB4-D2DE-476C-AE39-351F486A3AA1}" dt="2025-11-04T10:36:35.109" v="1086" actId="1076"/>
          <ac:spMkLst>
            <pc:docMk/>
            <pc:sldMk cId="1234090959" sldId="312"/>
            <ac:spMk id="8" creationId="{BDBF0C48-7BFD-8342-CE63-6D65C8ADD678}"/>
          </ac:spMkLst>
        </pc:spChg>
        <pc:graphicFrameChg chg="mod modGraphic">
          <ac:chgData name="YukimuraMatsumura" userId="0dd43f76-ed05-43ce-ac6a-3ed1b6b5427b" providerId="ADAL" clId="{7DB9ACB4-D2DE-476C-AE39-351F486A3AA1}" dt="2025-11-05T08:14:11.792" v="1907" actId="20577"/>
          <ac:graphicFrameMkLst>
            <pc:docMk/>
            <pc:sldMk cId="1234090959" sldId="312"/>
            <ac:graphicFrameMk id="4" creationId="{1D57E77A-3C74-3EA1-F065-3037086F84FA}"/>
          </ac:graphicFrameMkLst>
        </pc:graphicFrameChg>
      </pc:sldChg>
      <pc:sldChg chg="modSp mod">
        <pc:chgData name="YukimuraMatsumura" userId="0dd43f76-ed05-43ce-ac6a-3ed1b6b5427b" providerId="ADAL" clId="{7DB9ACB4-D2DE-476C-AE39-351F486A3AA1}" dt="2025-11-06T13:11:39.027" v="7147" actId="20577"/>
        <pc:sldMkLst>
          <pc:docMk/>
          <pc:sldMk cId="2124538224" sldId="315"/>
        </pc:sldMkLst>
        <pc:spChg chg="mod">
          <ac:chgData name="YukimuraMatsumura" userId="0dd43f76-ed05-43ce-ac6a-3ed1b6b5427b" providerId="ADAL" clId="{7DB9ACB4-D2DE-476C-AE39-351F486A3AA1}" dt="2025-11-04T10:43:01.697" v="1096" actId="20577"/>
          <ac:spMkLst>
            <pc:docMk/>
            <pc:sldMk cId="2124538224" sldId="315"/>
            <ac:spMk id="2" creationId="{B8C891AE-9193-C200-6142-A0698017AC3A}"/>
          </ac:spMkLst>
        </pc:spChg>
        <pc:spChg chg="mod">
          <ac:chgData name="YukimuraMatsumura" userId="0dd43f76-ed05-43ce-ac6a-3ed1b6b5427b" providerId="ADAL" clId="{7DB9ACB4-D2DE-476C-AE39-351F486A3AA1}" dt="2025-11-06T13:11:39.027" v="7147" actId="20577"/>
          <ac:spMkLst>
            <pc:docMk/>
            <pc:sldMk cId="2124538224" sldId="315"/>
            <ac:spMk id="6" creationId="{752156A6-4D95-0DEF-D41F-61BC23ADF794}"/>
          </ac:spMkLst>
        </pc:spChg>
      </pc:sldChg>
      <pc:sldChg chg="addSp modSp add del mod">
        <pc:chgData name="YukimuraMatsumura" userId="0dd43f76-ed05-43ce-ac6a-3ed1b6b5427b" providerId="ADAL" clId="{7DB9ACB4-D2DE-476C-AE39-351F486A3AA1}" dt="2025-11-05T10:58:15.002" v="2795" actId="47"/>
        <pc:sldMkLst>
          <pc:docMk/>
          <pc:sldMk cId="3262687830" sldId="316"/>
        </pc:sldMkLst>
        <pc:spChg chg="mod">
          <ac:chgData name="YukimuraMatsumura" userId="0dd43f76-ed05-43ce-ac6a-3ed1b6b5427b" providerId="ADAL" clId="{7DB9ACB4-D2DE-476C-AE39-351F486A3AA1}" dt="2025-11-05T10:58:05.847" v="2793" actId="20577"/>
          <ac:spMkLst>
            <pc:docMk/>
            <pc:sldMk cId="3262687830" sldId="316"/>
            <ac:spMk id="6" creationId="{E2F13E75-1012-5967-8E5C-60F00AEA79A1}"/>
          </ac:spMkLst>
        </pc:spChg>
      </pc:sldChg>
      <pc:sldChg chg="addSp delSp modSp add mod">
        <pc:chgData name="YukimuraMatsumura" userId="0dd43f76-ed05-43ce-ac6a-3ed1b6b5427b" providerId="ADAL" clId="{7DB9ACB4-D2DE-476C-AE39-351F486A3AA1}" dt="2025-11-06T12:46:47.246" v="7024"/>
        <pc:sldMkLst>
          <pc:docMk/>
          <pc:sldMk cId="3516433006" sldId="317"/>
        </pc:sldMkLst>
        <pc:spChg chg="mod">
          <ac:chgData name="YukimuraMatsumura" userId="0dd43f76-ed05-43ce-ac6a-3ed1b6b5427b" providerId="ADAL" clId="{7DB9ACB4-D2DE-476C-AE39-351F486A3AA1}" dt="2025-11-05T08:56:36.046" v="2250" actId="14100"/>
          <ac:spMkLst>
            <pc:docMk/>
            <pc:sldMk cId="3516433006" sldId="317"/>
            <ac:spMk id="2" creationId="{2DF63DF4-E84B-5C5B-4FDE-F64557796328}"/>
          </ac:spMkLst>
        </pc:spChg>
        <pc:spChg chg="mod">
          <ac:chgData name="YukimuraMatsumura" userId="0dd43f76-ed05-43ce-ac6a-3ed1b6b5427b" providerId="ADAL" clId="{7DB9ACB4-D2DE-476C-AE39-351F486A3AA1}" dt="2025-11-05T08:56:36.046" v="2250" actId="14100"/>
          <ac:spMkLst>
            <pc:docMk/>
            <pc:sldMk cId="3516433006" sldId="317"/>
            <ac:spMk id="3" creationId="{F2AB7AE1-F653-A60F-E428-63043CCD9D8D}"/>
          </ac:spMkLst>
        </pc:spChg>
        <pc:spChg chg="add mod">
          <ac:chgData name="YukimuraMatsumura" userId="0dd43f76-ed05-43ce-ac6a-3ed1b6b5427b" providerId="ADAL" clId="{7DB9ACB4-D2DE-476C-AE39-351F486A3AA1}" dt="2025-11-05T09:11:56.184" v="2691" actId="1076"/>
          <ac:spMkLst>
            <pc:docMk/>
            <pc:sldMk cId="3516433006" sldId="317"/>
            <ac:spMk id="5" creationId="{B9C3D068-E580-0BA9-9B54-0B2130873A24}"/>
          </ac:spMkLst>
        </pc:spChg>
        <pc:spChg chg="del">
          <ac:chgData name="YukimuraMatsumura" userId="0dd43f76-ed05-43ce-ac6a-3ed1b6b5427b" providerId="ADAL" clId="{7DB9ACB4-D2DE-476C-AE39-351F486A3AA1}" dt="2025-11-05T08:44:56.540" v="1909" actId="478"/>
          <ac:spMkLst>
            <pc:docMk/>
            <pc:sldMk cId="3516433006" sldId="317"/>
            <ac:spMk id="6" creationId="{81E1B3AC-C184-7579-ECCD-C8334CBC874D}"/>
          </ac:spMkLst>
        </pc:spChg>
        <pc:spChg chg="add mod">
          <ac:chgData name="YukimuraMatsumura" userId="0dd43f76-ed05-43ce-ac6a-3ed1b6b5427b" providerId="ADAL" clId="{7DB9ACB4-D2DE-476C-AE39-351F486A3AA1}" dt="2025-11-05T10:58:09.354" v="2794"/>
          <ac:spMkLst>
            <pc:docMk/>
            <pc:sldMk cId="3516433006" sldId="317"/>
            <ac:spMk id="7" creationId="{718B9149-DFE5-2815-00CE-261238E3EDB2}"/>
          </ac:spMkLst>
        </pc:spChg>
        <pc:graphicFrameChg chg="add mod modGraphic">
          <ac:chgData name="YukimuraMatsumura" userId="0dd43f76-ed05-43ce-ac6a-3ed1b6b5427b" providerId="ADAL" clId="{7DB9ACB4-D2DE-476C-AE39-351F486A3AA1}" dt="2025-11-06T12:46:47.246" v="7024"/>
          <ac:graphicFrameMkLst>
            <pc:docMk/>
            <pc:sldMk cId="3516433006" sldId="317"/>
            <ac:graphicFrameMk id="4" creationId="{FB8A17EF-EE5C-9481-CE41-F58C413CC22C}"/>
          </ac:graphicFrameMkLst>
        </pc:graphicFrameChg>
      </pc:sldChg>
      <pc:sldChg chg="addSp modSp add mod">
        <pc:chgData name="YukimuraMatsumura" userId="0dd43f76-ed05-43ce-ac6a-3ed1b6b5427b" providerId="ADAL" clId="{7DB9ACB4-D2DE-476C-AE39-351F486A3AA1}" dt="2025-11-06T12:46:07.522" v="7020" actId="27636"/>
        <pc:sldMkLst>
          <pc:docMk/>
          <pc:sldMk cId="533012126" sldId="318"/>
        </pc:sldMkLst>
        <pc:spChg chg="mod">
          <ac:chgData name="YukimuraMatsumura" userId="0dd43f76-ed05-43ce-ac6a-3ed1b6b5427b" providerId="ADAL" clId="{7DB9ACB4-D2DE-476C-AE39-351F486A3AA1}" dt="2025-11-05T10:58:45.302" v="2835" actId="20577"/>
          <ac:spMkLst>
            <pc:docMk/>
            <pc:sldMk cId="533012126" sldId="318"/>
            <ac:spMk id="2" creationId="{C0B69EC5-4E1C-3946-7AF8-52F1ED9F69C5}"/>
          </ac:spMkLst>
        </pc:spChg>
        <pc:spChg chg="add mod">
          <ac:chgData name="YukimuraMatsumura" userId="0dd43f76-ed05-43ce-ac6a-3ed1b6b5427b" providerId="ADAL" clId="{7DB9ACB4-D2DE-476C-AE39-351F486A3AA1}" dt="2025-11-06T01:37:24.198" v="3852" actId="1076"/>
          <ac:spMkLst>
            <pc:docMk/>
            <pc:sldMk cId="533012126" sldId="318"/>
            <ac:spMk id="5" creationId="{A6CB06CE-A023-A92C-06F5-125F257A2B6F}"/>
          </ac:spMkLst>
        </pc:spChg>
        <pc:spChg chg="mod">
          <ac:chgData name="YukimuraMatsumura" userId="0dd43f76-ed05-43ce-ac6a-3ed1b6b5427b" providerId="ADAL" clId="{7DB9ACB4-D2DE-476C-AE39-351F486A3AA1}" dt="2025-11-06T12:46:07.522" v="7020" actId="27636"/>
          <ac:spMkLst>
            <pc:docMk/>
            <pc:sldMk cId="533012126" sldId="318"/>
            <ac:spMk id="6" creationId="{C2E7A0A5-61E7-7B19-3811-60D7864E862E}"/>
          </ac:spMkLst>
        </pc:spChg>
        <pc:graphicFrameChg chg="add mod modGraphic">
          <ac:chgData name="YukimuraMatsumura" userId="0dd43f76-ed05-43ce-ac6a-3ed1b6b5427b" providerId="ADAL" clId="{7DB9ACB4-D2DE-476C-AE39-351F486A3AA1}" dt="2025-11-06T12:45:29.526" v="6971" actId="20577"/>
          <ac:graphicFrameMkLst>
            <pc:docMk/>
            <pc:sldMk cId="533012126" sldId="318"/>
            <ac:graphicFrameMk id="4" creationId="{B37697F8-87D4-A4BB-A397-F3361F240120}"/>
          </ac:graphicFrameMkLst>
        </pc:graphicFrameChg>
      </pc:sldChg>
      <pc:sldChg chg="new del">
        <pc:chgData name="YukimuraMatsumura" userId="0dd43f76-ed05-43ce-ac6a-3ed1b6b5427b" providerId="ADAL" clId="{7DB9ACB4-D2DE-476C-AE39-351F486A3AA1}" dt="2025-11-05T08:56:08.304" v="2235" actId="47"/>
        <pc:sldMkLst>
          <pc:docMk/>
          <pc:sldMk cId="1205675732" sldId="318"/>
        </pc:sldMkLst>
      </pc:sldChg>
      <pc:sldChg chg="modSp add mod">
        <pc:chgData name="YukimuraMatsumura" userId="0dd43f76-ed05-43ce-ac6a-3ed1b6b5427b" providerId="ADAL" clId="{7DB9ACB4-D2DE-476C-AE39-351F486A3AA1}" dt="2025-11-06T09:30:59.476" v="6764" actId="27636"/>
        <pc:sldMkLst>
          <pc:docMk/>
          <pc:sldMk cId="2468551329" sldId="319"/>
        </pc:sldMkLst>
        <pc:spChg chg="mod">
          <ac:chgData name="YukimuraMatsumura" userId="0dd43f76-ed05-43ce-ac6a-3ed1b6b5427b" providerId="ADAL" clId="{7DB9ACB4-D2DE-476C-AE39-351F486A3AA1}" dt="2025-11-06T01:46:33.276" v="3977" actId="20577"/>
          <ac:spMkLst>
            <pc:docMk/>
            <pc:sldMk cId="2468551329" sldId="319"/>
            <ac:spMk id="2" creationId="{C5556408-2DB9-159D-4618-45DFDC8A5875}"/>
          </ac:spMkLst>
        </pc:spChg>
        <pc:spChg chg="mod">
          <ac:chgData name="YukimuraMatsumura" userId="0dd43f76-ed05-43ce-ac6a-3ed1b6b5427b" providerId="ADAL" clId="{7DB9ACB4-D2DE-476C-AE39-351F486A3AA1}" dt="2025-11-06T09:30:59.476" v="6764" actId="27636"/>
          <ac:spMkLst>
            <pc:docMk/>
            <pc:sldMk cId="2468551329" sldId="319"/>
            <ac:spMk id="6" creationId="{C704969C-13AE-9897-F79E-478323F43E72}"/>
          </ac:spMkLst>
        </pc:spChg>
      </pc:sldChg>
      <pc:sldChg chg="modSp add mod">
        <pc:chgData name="YukimuraMatsumura" userId="0dd43f76-ed05-43ce-ac6a-3ed1b6b5427b" providerId="ADAL" clId="{7DB9ACB4-D2DE-476C-AE39-351F486A3AA1}" dt="2025-11-06T13:11:30.846" v="7143" actId="27636"/>
        <pc:sldMkLst>
          <pc:docMk/>
          <pc:sldMk cId="1846989559" sldId="320"/>
        </pc:sldMkLst>
        <pc:spChg chg="mod">
          <ac:chgData name="YukimuraMatsumura" userId="0dd43f76-ed05-43ce-ac6a-3ed1b6b5427b" providerId="ADAL" clId="{7DB9ACB4-D2DE-476C-AE39-351F486A3AA1}" dt="2025-11-06T13:11:30.846" v="7143" actId="27636"/>
          <ac:spMkLst>
            <pc:docMk/>
            <pc:sldMk cId="1846989559" sldId="320"/>
            <ac:spMk id="6" creationId="{6CB61C54-7066-7BEF-F29C-CD7C8B47D3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66B04-803A-40C9-8861-12C319EBA38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22DD4-B734-4D8A-A5D7-0CDE536044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38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C45CC-755A-44D1-9FC5-A4329750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C01182-E60D-B8D6-39FC-6993641B8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693DE94-663A-EA45-D4E4-588E0CBDF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AC3E02-DDD1-C4CA-6670-AABF7BC7B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2DD4-B734-4D8A-A5D7-0CDE536044C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26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ED748-4E50-005B-F107-6E6B8150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957797-D051-649F-1319-F3BEB855E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C7F00B3-FE5B-8EC6-BA09-3CCF06F3C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0DF25-529E-A976-4306-D541AB155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2DD4-B734-4D8A-A5D7-0CDE536044C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7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D575-9F4E-B40B-17C3-C2B253ED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C6A6B4B-2B26-4E86-E709-C246776C1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89AFB2-A07F-FEDC-7BA4-611C9F01F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59296C-6C9F-7CFA-C147-094901275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2DD4-B734-4D8A-A5D7-0CDE536044C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5090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2660-514D-8A4C-B18D-DF7D745D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61D398-A757-C45C-4A30-A728B0D12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03D070-F91D-868E-AF6C-9F4866305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3FAF3D-B46B-A37C-9978-C8ADE2CAC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22DD4-B734-4D8A-A5D7-0CDE536044C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14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86074" y="2700494"/>
            <a:ext cx="11464329" cy="761320"/>
          </a:xfrm>
        </p:spPr>
        <p:txBody>
          <a:bodyPr/>
          <a:lstStyle>
            <a:lvl1pPr algn="ctr">
              <a:defRPr/>
            </a:lvl1pPr>
          </a:lstStyle>
          <a:p>
            <a:r>
              <a:rPr kumimoji="1" lang="en-US" altLang="ja-JP"/>
              <a:t>【</a:t>
            </a:r>
            <a:r>
              <a:rPr kumimoji="1" lang="ja-JP" altLang="en-US"/>
              <a:t>案件名</a:t>
            </a:r>
            <a:r>
              <a:rPr kumimoji="1" lang="en-US" altLang="ja-JP"/>
              <a:t>】</a:t>
            </a:r>
            <a:r>
              <a:rPr kumimoji="1" lang="ja-JP" altLang="en-US"/>
              <a:t>のご提案</a:t>
            </a:r>
          </a:p>
        </p:txBody>
      </p:sp>
      <p:cxnSp>
        <p:nvCxnSpPr>
          <p:cNvPr id="4" name="直線コネクタ 3"/>
          <p:cNvCxnSpPr/>
          <p:nvPr userDrawn="1"/>
        </p:nvCxnSpPr>
        <p:spPr>
          <a:xfrm flipV="1">
            <a:off x="1228725" y="3771900"/>
            <a:ext cx="9629775" cy="18918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63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3" name="直線コネクタ 2"/>
          <p:cNvCxnSpPr/>
          <p:nvPr userDrawn="1"/>
        </p:nvCxnSpPr>
        <p:spPr>
          <a:xfrm>
            <a:off x="361741" y="1014883"/>
            <a:ext cx="11464329" cy="1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41" y="6029145"/>
            <a:ext cx="1352759" cy="699093"/>
          </a:xfrm>
          <a:prstGeom prst="rect">
            <a:avLst/>
          </a:prstGeom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341100" y="6273799"/>
            <a:ext cx="596899" cy="5842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8F96EB0F-ED86-49B5-ABA5-C1C8BF2AFF4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E5BD16-36EF-49BC-BE9D-736019F02742}"/>
              </a:ext>
            </a:extLst>
          </p:cNvPr>
          <p:cNvSpPr txBox="1"/>
          <p:nvPr userDrawn="1"/>
        </p:nvSpPr>
        <p:spPr>
          <a:xfrm>
            <a:off x="1559380" y="6396261"/>
            <a:ext cx="177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aseline="0">
                <a:solidFill>
                  <a:srgbClr val="FF0000"/>
                </a:solidFill>
              </a:rPr>
              <a:t>CONFIDENTIAL</a:t>
            </a:r>
            <a:endParaRPr kumimoji="1" lang="ja-JP" altLang="en-US" baseline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1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事例のご紹介の書式設定</a:t>
            </a:r>
          </a:p>
        </p:txBody>
      </p:sp>
      <p:cxnSp>
        <p:nvCxnSpPr>
          <p:cNvPr id="3" name="直線コネクタ 2"/>
          <p:cNvCxnSpPr/>
          <p:nvPr userDrawn="1"/>
        </p:nvCxnSpPr>
        <p:spPr>
          <a:xfrm>
            <a:off x="361741" y="1014883"/>
            <a:ext cx="11464329" cy="1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41" y="6029145"/>
            <a:ext cx="1352759" cy="699093"/>
          </a:xfrm>
          <a:prstGeom prst="rect">
            <a:avLst/>
          </a:prstGeom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341100" y="6273799"/>
            <a:ext cx="596899" cy="5842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8F96EB0F-ED86-49B5-ABA5-C1C8BF2AFF4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3" hasCustomPrompt="1"/>
          </p:nvPr>
        </p:nvSpPr>
        <p:spPr>
          <a:xfrm>
            <a:off x="361741" y="1074941"/>
            <a:ext cx="5889625" cy="643326"/>
          </a:xfrm>
        </p:spPr>
        <p:txBody>
          <a:bodyPr>
            <a:normAutofit/>
          </a:bodyPr>
          <a:lstStyle>
            <a:lvl1pPr>
              <a:buNone/>
              <a:defRPr sz="2800" b="1"/>
            </a:lvl1pPr>
          </a:lstStyle>
          <a:p>
            <a:pPr lvl="0"/>
            <a:r>
              <a:rPr kumimoji="1" lang="ja-JP" altLang="en-US"/>
              <a:t>□外観検査</a:t>
            </a:r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4" hasCustomPrompt="1"/>
          </p:nvPr>
        </p:nvSpPr>
        <p:spPr>
          <a:xfrm>
            <a:off x="716656" y="1778324"/>
            <a:ext cx="11109414" cy="216468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buNone/>
              <a:defRPr sz="3200"/>
            </a:lvl1pPr>
          </a:lstStyle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シミが付着した製品をディープラーニングで良品か不良品かリアルタイムに判別します。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8F2FCA-D50B-44A2-A207-C97BD00C81C9}"/>
              </a:ext>
            </a:extLst>
          </p:cNvPr>
          <p:cNvSpPr txBox="1"/>
          <p:nvPr userDrawn="1"/>
        </p:nvSpPr>
        <p:spPr>
          <a:xfrm>
            <a:off x="1559380" y="6396261"/>
            <a:ext cx="177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aseline="0">
                <a:solidFill>
                  <a:srgbClr val="FF0000"/>
                </a:solidFill>
              </a:rPr>
              <a:t>CONFIDENTIAL</a:t>
            </a:r>
            <a:endParaRPr kumimoji="1" lang="ja-JP" altLang="en-US" baseline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61741" y="311500"/>
            <a:ext cx="11464329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61741" y="1336430"/>
            <a:ext cx="11464329" cy="496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5965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ico.or.jp/site/shinseihin/innovation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monodukuri-hojo.jp/" TargetMode="External"/><Relationship Id="rId4" Type="http://schemas.openxmlformats.org/officeDocument/2006/relationships/hyperlink" Target="https://shinjigyou-shinshutsu.smrj.go.j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6074" y="3043909"/>
            <a:ext cx="11464329" cy="740691"/>
          </a:xfrm>
        </p:spPr>
        <p:txBody>
          <a:bodyPr>
            <a:normAutofit/>
          </a:bodyPr>
          <a:lstStyle/>
          <a:p>
            <a:r>
              <a:rPr lang="ja-JP" altLang="en-US"/>
              <a:t>ナレッジ管理 ロードマップ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404A3B-0B53-4FFF-98FA-CA0EF4FC9CFD}"/>
              </a:ext>
            </a:extLst>
          </p:cNvPr>
          <p:cNvSpPr txBox="1"/>
          <p:nvPr/>
        </p:nvSpPr>
        <p:spPr>
          <a:xfrm>
            <a:off x="3875517" y="4119823"/>
            <a:ext cx="417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/>
              <a:t>2025/11/1</a:t>
            </a:r>
            <a:r>
              <a:rPr lang="en-US" altLang="ja-JP"/>
              <a:t>0</a:t>
            </a:r>
            <a:endParaRPr kumimoji="1" lang="en-US" altLang="ja-JP"/>
          </a:p>
          <a:p>
            <a:pPr algn="ctr"/>
            <a:r>
              <a:rPr kumimoji="1" lang="ja-JP" altLang="en-US"/>
              <a:t>創屋株式会社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41805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7064-F1B5-10DA-6021-0AA9CFED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4A5C9-A817-32C6-EFFC-F94003D7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rPr>
              <a:t>ロードマップ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5DAB6B-5513-6144-7B8E-8EE25995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B0F-ED86-49B5-ABA5-C1C8BF2AFF46}" type="slidenum">
              <a:rPr lang="ja-JP" altLang="en-US" smtClean="0"/>
              <a:pPr/>
              <a:t>2</a:t>
            </a:fld>
            <a:endParaRPr lang="ja-JP" altLang="en-US"/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1D57E77A-3C74-3EA1-F065-3037086F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665395"/>
              </p:ext>
            </p:extLst>
          </p:nvPr>
        </p:nvGraphicFramePr>
        <p:xfrm>
          <a:off x="312642" y="1669334"/>
          <a:ext cx="11625357" cy="4280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582">
                  <a:extLst>
                    <a:ext uri="{9D8B030D-6E8A-4147-A177-3AD203B41FA5}">
                      <a16:colId xmlns:a16="http://schemas.microsoft.com/office/drawing/2014/main" val="1668864116"/>
                    </a:ext>
                  </a:extLst>
                </a:gridCol>
                <a:gridCol w="1017442">
                  <a:extLst>
                    <a:ext uri="{9D8B030D-6E8A-4147-A177-3AD203B41FA5}">
                      <a16:colId xmlns:a16="http://schemas.microsoft.com/office/drawing/2014/main" val="1037068668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3820891938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1790427106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2432114323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2792181880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2237313001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577072685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4245815005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333110108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2942923402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1071638495"/>
                    </a:ext>
                  </a:extLst>
                </a:gridCol>
                <a:gridCol w="853303">
                  <a:extLst>
                    <a:ext uri="{9D8B030D-6E8A-4147-A177-3AD203B41FA5}">
                      <a16:colId xmlns:a16="http://schemas.microsoft.com/office/drawing/2014/main" val="3726806593"/>
                    </a:ext>
                  </a:extLst>
                </a:gridCol>
              </a:tblGrid>
              <a:tr h="38417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内容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2025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年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2026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年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5045"/>
                  </a:ext>
                </a:extLst>
              </a:tr>
              <a:tr h="384172">
                <a:tc vMerge="1">
                  <a:txBody>
                    <a:bodyPr/>
                    <a:lstStyle/>
                    <a:p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kumimoji="1" lang="ja-JP" altLang="en-US" b="1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54136"/>
                  </a:ext>
                </a:extLst>
              </a:tr>
              <a:tr h="281621">
                <a:tc>
                  <a:txBody>
                    <a:bodyPr/>
                    <a:lstStyle/>
                    <a:p>
                      <a:r>
                        <a:rPr kumimoji="1" lang="en-US" altLang="ja-JP" sz="1400"/>
                        <a:t>TECHNO</a:t>
                      </a:r>
                    </a:p>
                    <a:p>
                      <a:r>
                        <a:rPr kumimoji="1" lang="en-US" altLang="ja-JP" sz="1400"/>
                        <a:t>FRONTIER</a:t>
                      </a:r>
                    </a:p>
                    <a:p>
                      <a:r>
                        <a:rPr kumimoji="1" lang="en-US" altLang="ja-JP" sz="140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早期応募</a:t>
                      </a:r>
                      <a:endParaRPr kumimoji="1" lang="en-US" altLang="ja-JP" sz="1200"/>
                    </a:p>
                    <a:p>
                      <a:r>
                        <a:rPr kumimoji="1" lang="ja-JP" altLang="en-US" sz="1200"/>
                        <a:t>〆</a:t>
                      </a:r>
                      <a:r>
                        <a:rPr kumimoji="1" lang="en-US" altLang="ja-JP" sz="1200"/>
                        <a:t>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通常応募</a:t>
                      </a:r>
                      <a:endParaRPr kumimoji="1" lang="en-US" altLang="ja-JP" sz="1200"/>
                    </a:p>
                    <a:p>
                      <a:r>
                        <a:rPr kumimoji="1" lang="ja-JP" altLang="en-US" sz="1200"/>
                        <a:t>締切</a:t>
                      </a:r>
                      <a:r>
                        <a:rPr kumimoji="1" lang="en-US" altLang="ja-JP" sz="1200"/>
                        <a:t>3/31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出展準備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出展準備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</a:t>
                      </a:r>
                      <a:endParaRPr kumimoji="1" lang="en-US" altLang="ja-JP" sz="1200"/>
                    </a:p>
                    <a:p>
                      <a:r>
                        <a:rPr kumimoji="1" lang="en-US" altLang="ja-JP" sz="1200"/>
                        <a:t>7/15</a:t>
                      </a:r>
                      <a:r>
                        <a:rPr kumimoji="1" lang="ja-JP" altLang="en-US" sz="1200"/>
                        <a:t>～</a:t>
                      </a:r>
                      <a:r>
                        <a:rPr kumimoji="1" lang="en-US" altLang="ja-JP" sz="1200"/>
                        <a:t>7/17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193264"/>
                  </a:ext>
                </a:extLst>
              </a:tr>
              <a:tr h="281621">
                <a:tc>
                  <a:txBody>
                    <a:bodyPr/>
                    <a:lstStyle/>
                    <a:p>
                      <a:r>
                        <a:rPr kumimoji="1" lang="en-US" altLang="ja-JP" sz="1400"/>
                        <a:t>JIMTOF2026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応募</a:t>
                      </a:r>
                      <a:endParaRPr kumimoji="1" lang="en-US" altLang="ja-JP" sz="1200"/>
                    </a:p>
                    <a:p>
                      <a:r>
                        <a:rPr kumimoji="1" lang="ja-JP" altLang="en-US" sz="1200"/>
                        <a:t>〆</a:t>
                      </a:r>
                      <a:r>
                        <a:rPr kumimoji="1" lang="en-US" altLang="ja-JP" sz="1200"/>
                        <a:t>11/18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出展契約成立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出展準備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出展準備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出展</a:t>
                      </a:r>
                      <a:endParaRPr kumimoji="1" lang="en-US" altLang="ja-JP" sz="1200"/>
                    </a:p>
                    <a:p>
                      <a:r>
                        <a:rPr kumimoji="1" lang="en-US" altLang="ja-JP" sz="1200"/>
                        <a:t>11/4</a:t>
                      </a:r>
                      <a:r>
                        <a:rPr kumimoji="1" lang="ja-JP" altLang="en-US" sz="1200"/>
                        <a:t>～</a:t>
                      </a:r>
                      <a:r>
                        <a:rPr kumimoji="1" lang="en-US" altLang="ja-JP" sz="1200"/>
                        <a:t>11/18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27015"/>
                  </a:ext>
                </a:extLst>
              </a:tr>
              <a:tr h="281621">
                <a:tc rowSpan="3">
                  <a:txBody>
                    <a:bodyPr/>
                    <a:lstStyle/>
                    <a:p>
                      <a:pPr algn="l"/>
                      <a:r>
                        <a:rPr kumimoji="1" lang="ja-JP" altLang="en-US" sz="1400"/>
                        <a:t>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開発内容（機能）</a:t>
                      </a:r>
                      <a:endParaRPr kumimoji="1" lang="en-US" altLang="ja-JP" sz="1200"/>
                    </a:p>
                    <a:p>
                      <a:r>
                        <a:rPr kumimoji="1" lang="ja-JP" altLang="en-US" sz="1200"/>
                        <a:t>決定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23147"/>
                  </a:ext>
                </a:extLst>
              </a:tr>
              <a:tr h="281621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開発開始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→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489366"/>
                  </a:ext>
                </a:extLst>
              </a:tr>
              <a:tr h="281621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rgbClr val="FF0000"/>
                          </a:solidFill>
                        </a:rPr>
                        <a:t>α1</a:t>
                      </a:r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版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リリース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rgbClr val="FF0000"/>
                          </a:solidFill>
                        </a:rPr>
                        <a:t>α2</a:t>
                      </a:r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版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リリース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rgbClr val="FF0000"/>
                          </a:solidFill>
                        </a:rPr>
                        <a:t>β</a:t>
                      </a:r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版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リリース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正式版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1200">
                          <a:solidFill>
                            <a:srgbClr val="FF0000"/>
                          </a:solidFill>
                        </a:rPr>
                        <a:t>リリース</a:t>
                      </a:r>
                      <a:endParaRPr kumimoji="1" lang="en-US" altLang="ja-JP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880343"/>
                  </a:ext>
                </a:extLst>
              </a:tr>
              <a:tr h="2816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/>
                        <a:t>評価</a:t>
                      </a:r>
                      <a:endParaRPr kumimoji="1" lang="en-US" altLang="ja-JP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内部評価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内部評価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外部評価</a:t>
                      </a:r>
                      <a:endParaRPr kumimoji="1" lang="en-US" altLang="ja-JP" sz="1200"/>
                    </a:p>
                    <a:p>
                      <a:r>
                        <a:rPr kumimoji="1" lang="ja-JP" altLang="en-US" sz="1200"/>
                        <a:t>（？）</a:t>
                      </a:r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7735"/>
                  </a:ext>
                </a:extLst>
              </a:tr>
              <a:tr h="281621">
                <a:tc>
                  <a:txBody>
                    <a:bodyPr/>
                    <a:lstStyle/>
                    <a:p>
                      <a:pPr algn="l"/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070393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BF0C48-7BFD-8342-CE63-6D65C8ADD678}"/>
              </a:ext>
            </a:extLst>
          </p:cNvPr>
          <p:cNvSpPr txBox="1"/>
          <p:nvPr/>
        </p:nvSpPr>
        <p:spPr>
          <a:xfrm>
            <a:off x="312642" y="1157443"/>
            <a:ext cx="333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u="sng"/>
              <a:t>JIMTOF2026</a:t>
            </a:r>
            <a:r>
              <a:rPr kumimoji="1" lang="ja-JP" altLang="en-US" u="sng"/>
              <a:t>出展までのロードマップ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FFD9C6-1E37-1B51-F40B-75709A8B7C60}"/>
              </a:ext>
            </a:extLst>
          </p:cNvPr>
          <p:cNvSpPr txBox="1"/>
          <p:nvPr/>
        </p:nvSpPr>
        <p:spPr>
          <a:xfrm>
            <a:off x="7792278" y="6177168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トータルの開発工数：</a:t>
            </a:r>
            <a:r>
              <a:rPr kumimoji="1" lang="en-US" altLang="ja-JP"/>
              <a:t>30</a:t>
            </a:r>
            <a:r>
              <a:rPr kumimoji="1" lang="ja-JP" altLang="en-US"/>
              <a:t>人月</a:t>
            </a:r>
          </a:p>
        </p:txBody>
      </p:sp>
    </p:spTree>
    <p:extLst>
      <p:ext uri="{BB962C8B-B14F-4D97-AF65-F5344CB8AC3E}">
        <p14:creationId xmlns:p14="http://schemas.microsoft.com/office/powerpoint/2010/main" val="123409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0F0C-1A73-D20C-1D2F-60FFC640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63DF4-E84B-5C5B-4FDE-F6455779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rPr>
              <a:t>各版について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AB7AE1-F653-A60F-E428-63043CCD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B0F-ED86-49B5-ABA5-C1C8BF2AFF46}" type="slidenum">
              <a:rPr lang="ja-JP" altLang="en-US" smtClean="0"/>
              <a:pPr/>
              <a:t>3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B8A17EF-EE5C-9481-CE41-F58C413CC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683342"/>
              </p:ext>
            </p:extLst>
          </p:nvPr>
        </p:nvGraphicFramePr>
        <p:xfrm>
          <a:off x="4357209" y="1105770"/>
          <a:ext cx="746886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569">
                  <a:extLst>
                    <a:ext uri="{9D8B030D-6E8A-4147-A177-3AD203B41FA5}">
                      <a16:colId xmlns:a16="http://schemas.microsoft.com/office/drawing/2014/main" val="2525897648"/>
                    </a:ext>
                  </a:extLst>
                </a:gridCol>
                <a:gridCol w="1556348">
                  <a:extLst>
                    <a:ext uri="{9D8B030D-6E8A-4147-A177-3AD203B41FA5}">
                      <a16:colId xmlns:a16="http://schemas.microsoft.com/office/drawing/2014/main" val="2023099932"/>
                    </a:ext>
                  </a:extLst>
                </a:gridCol>
                <a:gridCol w="1229236">
                  <a:extLst>
                    <a:ext uri="{9D8B030D-6E8A-4147-A177-3AD203B41FA5}">
                      <a16:colId xmlns:a16="http://schemas.microsoft.com/office/drawing/2014/main" val="4240063332"/>
                    </a:ext>
                  </a:extLst>
                </a:gridCol>
                <a:gridCol w="1229236">
                  <a:extLst>
                    <a:ext uri="{9D8B030D-6E8A-4147-A177-3AD203B41FA5}">
                      <a16:colId xmlns:a16="http://schemas.microsoft.com/office/drawing/2014/main" val="3296553009"/>
                    </a:ext>
                  </a:extLst>
                </a:gridCol>
                <a:gridCol w="1229236">
                  <a:extLst>
                    <a:ext uri="{9D8B030D-6E8A-4147-A177-3AD203B41FA5}">
                      <a16:colId xmlns:a16="http://schemas.microsoft.com/office/drawing/2014/main" val="1864339726"/>
                    </a:ext>
                  </a:extLst>
                </a:gridCol>
                <a:gridCol w="1229236">
                  <a:extLst>
                    <a:ext uri="{9D8B030D-6E8A-4147-A177-3AD203B41FA5}">
                      <a16:colId xmlns:a16="http://schemas.microsoft.com/office/drawing/2014/main" val="851060761"/>
                    </a:ext>
                  </a:extLst>
                </a:gridCol>
              </a:tblGrid>
              <a:tr h="245811">
                <a:tc gridSpan="2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α1</a:t>
                      </a:r>
                      <a:r>
                        <a:rPr kumimoji="1" lang="ja-JP" altLang="en-US" sz="1200"/>
                        <a:t>版</a:t>
                      </a:r>
                      <a:endParaRPr kumimoji="1" lang="en-US" altLang="ja-JP" sz="1200"/>
                    </a:p>
                    <a:p>
                      <a:pPr algn="ctr"/>
                      <a:r>
                        <a:rPr kumimoji="1" lang="en-US" altLang="ja-JP" sz="1200"/>
                        <a:t>(2026</a:t>
                      </a:r>
                      <a:r>
                        <a:rPr kumimoji="1" lang="ja-JP" altLang="en-US" sz="1200"/>
                        <a:t>年</a:t>
                      </a:r>
                      <a:r>
                        <a:rPr kumimoji="1" lang="en-US" altLang="ja-JP" sz="1200"/>
                        <a:t>1</a:t>
                      </a:r>
                      <a:r>
                        <a:rPr kumimoji="1" lang="ja-JP" altLang="en-US" sz="1200"/>
                        <a:t>月</a:t>
                      </a:r>
                      <a:r>
                        <a:rPr kumimoji="1" lang="en-US" altLang="ja-JP" sz="1200"/>
                        <a:t>)</a:t>
                      </a:r>
                      <a:endParaRPr kumimoji="1" lang="ja-JP" altLang="en-US" sz="12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α2</a:t>
                      </a:r>
                      <a:r>
                        <a:rPr kumimoji="1" lang="ja-JP" altLang="en-US" sz="1200"/>
                        <a:t>版</a:t>
                      </a:r>
                      <a:endParaRPr kumimoji="1" lang="en-US" altLang="ja-JP" sz="1200"/>
                    </a:p>
                    <a:p>
                      <a:pPr algn="ctr"/>
                      <a:r>
                        <a:rPr kumimoji="1" lang="en-US" altLang="ja-JP" sz="1200"/>
                        <a:t>(2026</a:t>
                      </a:r>
                      <a:r>
                        <a:rPr kumimoji="1" lang="ja-JP" altLang="en-US" sz="1200"/>
                        <a:t>年</a:t>
                      </a:r>
                      <a:r>
                        <a:rPr kumimoji="1" lang="en-US" altLang="ja-JP" sz="1200"/>
                        <a:t>3</a:t>
                      </a:r>
                      <a:r>
                        <a:rPr kumimoji="1" lang="ja-JP" altLang="en-US" sz="1200"/>
                        <a:t>月</a:t>
                      </a:r>
                      <a:r>
                        <a:rPr kumimoji="1" lang="en-US" altLang="ja-JP" sz="1200"/>
                        <a:t>)</a:t>
                      </a:r>
                      <a:endParaRPr kumimoji="1" lang="ja-JP" altLang="en-US" sz="12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β</a:t>
                      </a:r>
                      <a:r>
                        <a:rPr kumimoji="1" lang="ja-JP" altLang="en-US" sz="1200"/>
                        <a:t>版</a:t>
                      </a:r>
                      <a:endParaRPr kumimoji="1" lang="en-US" altLang="ja-JP" sz="1200"/>
                    </a:p>
                    <a:p>
                      <a:pPr algn="ctr"/>
                      <a:r>
                        <a:rPr kumimoji="1" lang="en-US" altLang="ja-JP" sz="1200"/>
                        <a:t>(2026</a:t>
                      </a:r>
                      <a:r>
                        <a:rPr kumimoji="1" lang="ja-JP" altLang="en-US" sz="1200"/>
                        <a:t>年</a:t>
                      </a:r>
                      <a:r>
                        <a:rPr kumimoji="1" lang="en-US" altLang="ja-JP" sz="1200"/>
                        <a:t>6</a:t>
                      </a:r>
                      <a:r>
                        <a:rPr kumimoji="1" lang="ja-JP" altLang="en-US" sz="1200"/>
                        <a:t>月</a:t>
                      </a:r>
                      <a:r>
                        <a:rPr kumimoji="1" lang="en-US" altLang="ja-JP" sz="1200"/>
                        <a:t>)</a:t>
                      </a:r>
                      <a:endParaRPr kumimoji="1" lang="ja-JP" altLang="en-US" sz="12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正式版</a:t>
                      </a:r>
                      <a:endParaRPr kumimoji="1" lang="en-US" altLang="ja-JP" sz="1200"/>
                    </a:p>
                    <a:p>
                      <a:pPr algn="ctr"/>
                      <a:r>
                        <a:rPr kumimoji="1" lang="ja-JP" altLang="en-US" sz="1200"/>
                        <a:t>（</a:t>
                      </a:r>
                      <a:r>
                        <a:rPr kumimoji="1" lang="en-US" altLang="ja-JP" sz="1200"/>
                        <a:t>2026</a:t>
                      </a:r>
                      <a:r>
                        <a:rPr kumimoji="1" lang="ja-JP" altLang="en-US" sz="1200"/>
                        <a:t>年</a:t>
                      </a:r>
                      <a:r>
                        <a:rPr kumimoji="1" lang="en-US" altLang="ja-JP" sz="1200"/>
                        <a:t>9</a:t>
                      </a:r>
                      <a:r>
                        <a:rPr kumimoji="1" lang="ja-JP" altLang="en-US" sz="1200"/>
                        <a:t>月）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76312"/>
                  </a:ext>
                </a:extLst>
              </a:tr>
              <a:tr h="245811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CRM</a:t>
                      </a:r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顧客管理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×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/>
                        <a:t>×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064756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案件管理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×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/>
                        <a:t>×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561753"/>
                  </a:ext>
                </a:extLst>
              </a:tr>
              <a:tr h="245811">
                <a:tc rowSpan="6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データ管理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プロジェクト管理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6066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製品管理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866411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部品管理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482154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図面管理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  <a:endParaRPr kumimoji="1" lang="ja-JP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  <a:endParaRPr kumimoji="1" lang="ja-JP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98212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文書管理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  <a:endParaRPr kumimoji="1" lang="ja-JP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  <a:endParaRPr kumimoji="1" lang="ja-JP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968417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BOM</a:t>
                      </a:r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297369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ワークフロー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211730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ビューアー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2D</a:t>
                      </a:r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／</a:t>
                      </a:r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3D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374447"/>
                  </a:ext>
                </a:extLst>
              </a:tr>
              <a:tr h="245811">
                <a:tc rowSpan="4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検索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全文検索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210139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属性による検索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87448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自然言語による検索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26354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類似図面検索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396540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管理機能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マスタ系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48892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その他機能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Information/</a:t>
                      </a:r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通知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△</a:t>
                      </a:r>
                      <a:endParaRPr kumimoji="1" lang="ja-JP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rgbClr val="FF0000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687700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C3D068-E580-0BA9-9B54-0B2130873A24}"/>
              </a:ext>
            </a:extLst>
          </p:cNvPr>
          <p:cNvSpPr txBox="1"/>
          <p:nvPr/>
        </p:nvSpPr>
        <p:spPr>
          <a:xfrm>
            <a:off x="7627842" y="6317296"/>
            <a:ext cx="3546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〇：実装済み　△：モック状態　</a:t>
            </a:r>
            <a:r>
              <a:rPr kumimoji="1" lang="en-US" altLang="ja-JP" sz="1400"/>
              <a:t>×</a:t>
            </a:r>
            <a:r>
              <a:rPr kumimoji="1" lang="ja-JP" altLang="en-US" sz="1400"/>
              <a:t>：未実装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8B9149-DFE5-2815-00CE-261238E3EDB2}"/>
              </a:ext>
            </a:extLst>
          </p:cNvPr>
          <p:cNvSpPr txBox="1"/>
          <p:nvPr/>
        </p:nvSpPr>
        <p:spPr>
          <a:xfrm>
            <a:off x="361741" y="1126545"/>
            <a:ext cx="3995468" cy="4880255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α1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使える機能としては検索部分のみ。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入力できるドキュメントは予め設定しておく。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検索の評価を行う。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α2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α1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版での評価を受けた検索機能のブラッシュアップ＋コア機能を実装した状態。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検索の評価＋それ以外のコア機能の評価を行う。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β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α2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版での評価を受けてブラッシュアップ＋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残りの機能を実装した状態。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システム全体の評価を行う。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正式版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  <a:t>β</a:t>
            </a: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版での評価を受けてブラッシュアップした状態。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一旦の最終版。</a:t>
            </a:r>
          </a:p>
        </p:txBody>
      </p:sp>
    </p:spTree>
    <p:extLst>
      <p:ext uri="{BB962C8B-B14F-4D97-AF65-F5344CB8AC3E}">
        <p14:creationId xmlns:p14="http://schemas.microsoft.com/office/powerpoint/2010/main" val="351643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AE15-2F73-5C37-464B-5ACADA94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B69EC5-4E1C-3946-7AF8-52F1ED9F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Yu Gothic UI" panose="020B0500000000000000" pitchFamily="50" charset="-128"/>
                <a:ea typeface="Yu Gothic UI" panose="020B0500000000000000" pitchFamily="50" charset="-128"/>
              </a:rPr>
              <a:t>開発の分担について</a:t>
            </a:r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5DA5B2F-CF89-04E2-B081-808E6E35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B0F-ED86-49B5-ABA5-C1C8BF2AFF46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E7A0A5-61E7-7B19-3811-60D7864E862E}"/>
              </a:ext>
            </a:extLst>
          </p:cNvPr>
          <p:cNvSpPr txBox="1"/>
          <p:nvPr/>
        </p:nvSpPr>
        <p:spPr>
          <a:xfrm>
            <a:off x="361740" y="1126545"/>
            <a:ext cx="6241577" cy="48802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仕様の決定（設計）とテストは共同で実施、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一部開発と評価、マニュアル作成、デモデータ作成を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アルパイン様にはお願いしたいです。</a:t>
            </a:r>
            <a:br>
              <a:rPr lang="en-US" altLang="ja-JP" sz="20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開発は以下（工数的・技術的にやや重めの機能です）。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図面管理機能で図面から情報を抽出する</a:t>
            </a:r>
            <a:br>
              <a:rPr lang="en-US" altLang="ja-JP" sz="20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ネイティブファイルから属性情報を抽出する等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ja-JP" sz="2000">
                <a:latin typeface="Yu Gothic UI" panose="020B0500000000000000" pitchFamily="50" charset="-128"/>
                <a:ea typeface="Yu Gothic UI" panose="020B0500000000000000" pitchFamily="50" charset="-128"/>
              </a:rPr>
              <a:t>2D</a:t>
            </a: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／</a:t>
            </a:r>
            <a:r>
              <a:rPr lang="en-US" altLang="ja-JP" sz="2000">
                <a:latin typeface="Yu Gothic UI" panose="020B0500000000000000" pitchFamily="50" charset="-128"/>
                <a:ea typeface="Yu Gothic UI" panose="020B0500000000000000" pitchFamily="50" charset="-128"/>
              </a:rPr>
              <a:t>3D</a:t>
            </a: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ビューワー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br>
              <a:rPr lang="en-US" altLang="ja-JP" sz="20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状況によっては、お願いする部分が増える可能性があります。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000">
                <a:latin typeface="Yu Gothic UI" panose="020B0500000000000000" pitchFamily="50" charset="-128"/>
                <a:ea typeface="Yu Gothic UI" panose="020B0500000000000000" pitchFamily="50" charset="-128"/>
              </a:rPr>
              <a:t>その他、業務知識に関しては教えを乞いたいです。</a:t>
            </a:r>
            <a:endParaRPr lang="en-US" altLang="ja-JP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37697F8-87D4-A4BB-A397-F3361F240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1996"/>
              </p:ext>
            </p:extLst>
          </p:nvPr>
        </p:nvGraphicFramePr>
        <p:xfrm>
          <a:off x="6670056" y="489780"/>
          <a:ext cx="4995449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600">
                  <a:extLst>
                    <a:ext uri="{9D8B030D-6E8A-4147-A177-3AD203B41FA5}">
                      <a16:colId xmlns:a16="http://schemas.microsoft.com/office/drawing/2014/main" val="2525897648"/>
                    </a:ext>
                  </a:extLst>
                </a:gridCol>
                <a:gridCol w="1551707">
                  <a:extLst>
                    <a:ext uri="{9D8B030D-6E8A-4147-A177-3AD203B41FA5}">
                      <a16:colId xmlns:a16="http://schemas.microsoft.com/office/drawing/2014/main" val="2023099932"/>
                    </a:ext>
                  </a:extLst>
                </a:gridCol>
                <a:gridCol w="1225571">
                  <a:extLst>
                    <a:ext uri="{9D8B030D-6E8A-4147-A177-3AD203B41FA5}">
                      <a16:colId xmlns:a16="http://schemas.microsoft.com/office/drawing/2014/main" val="4240063332"/>
                    </a:ext>
                  </a:extLst>
                </a:gridCol>
                <a:gridCol w="1225571">
                  <a:extLst>
                    <a:ext uri="{9D8B030D-6E8A-4147-A177-3AD203B41FA5}">
                      <a16:colId xmlns:a16="http://schemas.microsoft.com/office/drawing/2014/main" val="3296553009"/>
                    </a:ext>
                  </a:extLst>
                </a:gridCol>
              </a:tblGrid>
              <a:tr h="245811">
                <a:tc gridSpan="2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アルパイン様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創屋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76312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仕様の決定（設計）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10998"/>
                  </a:ext>
                </a:extLst>
              </a:tr>
              <a:tr h="245811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CRM</a:t>
                      </a:r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顧客管理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064756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案件管理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561753"/>
                  </a:ext>
                </a:extLst>
              </a:tr>
              <a:tr h="245811">
                <a:tc rowSpan="6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データ管理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プロジェクト管理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76066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製品管理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866411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部品管理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482154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図面管理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98212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文書管理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968417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BOM</a:t>
                      </a:r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297369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ワークフロー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211730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ビューアー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2D</a:t>
                      </a:r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／</a:t>
                      </a:r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3D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374447"/>
                  </a:ext>
                </a:extLst>
              </a:tr>
              <a:tr h="245811">
                <a:tc rowSpan="4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検索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全文検索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210139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属性による検索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87448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自然言語による検索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26354"/>
                  </a:ext>
                </a:extLst>
              </a:tr>
              <a:tr h="245811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類似図面検索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396540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管理機能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マスタ系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48892"/>
                  </a:ext>
                </a:extLst>
              </a:tr>
              <a:tr h="245811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その他機能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Information/</a:t>
                      </a:r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通知</a:t>
                      </a:r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196862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テスト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en-US" altLang="ja-JP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370969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マニュアル／営業ページ</a:t>
                      </a:r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必要であれば</a:t>
                      </a:r>
                      <a:r>
                        <a:rPr kumimoji="1" lang="en-US" altLang="ja-JP" sz="1200">
                          <a:solidFill>
                            <a:schemeClr val="bg1"/>
                          </a:solidFill>
                        </a:rPr>
                        <a:t>)</a:t>
                      </a:r>
                      <a:endParaRPr kumimoji="1" lang="ja-JP" alt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×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733896"/>
                  </a:ext>
                </a:extLst>
              </a:tr>
              <a:tr h="24581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bg1"/>
                          </a:solidFill>
                        </a:rPr>
                        <a:t>デモ用環境作成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84903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CB06CE-A023-A92C-06F5-125F257A2B6F}"/>
              </a:ext>
            </a:extLst>
          </p:cNvPr>
          <p:cNvSpPr txBox="1"/>
          <p:nvPr/>
        </p:nvSpPr>
        <p:spPr>
          <a:xfrm>
            <a:off x="8143769" y="6412010"/>
            <a:ext cx="3197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/>
              <a:t>〇：担当　△：一部担当　</a:t>
            </a:r>
            <a:r>
              <a:rPr kumimoji="1" lang="en-US" altLang="ja-JP" sz="1400"/>
              <a:t>×</a:t>
            </a:r>
            <a:r>
              <a:rPr kumimoji="1" lang="ja-JP" altLang="en-US" sz="1400"/>
              <a:t>：担当外</a:t>
            </a:r>
          </a:p>
        </p:txBody>
      </p:sp>
    </p:spTree>
    <p:extLst>
      <p:ext uri="{BB962C8B-B14F-4D97-AF65-F5344CB8AC3E}">
        <p14:creationId xmlns:p14="http://schemas.microsoft.com/office/powerpoint/2010/main" val="53301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EDF3-5ABE-7590-9EEF-36E29D8A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556408-2DB9-159D-4618-45DFDC8A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rPr>
              <a:t>補助金について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5738E-A714-B3AC-41FA-5BCC6F63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B0F-ED86-49B5-ABA5-C1C8BF2AFF46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04969C-13AE-9897-F79E-478323F43E72}"/>
              </a:ext>
            </a:extLst>
          </p:cNvPr>
          <p:cNvSpPr txBox="1"/>
          <p:nvPr/>
        </p:nvSpPr>
        <p:spPr>
          <a:xfrm>
            <a:off x="361740" y="1126545"/>
            <a:ext cx="11464329" cy="488025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補助金を使うことができる取り組みだと考えています。</a:t>
            </a: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アルパイン様の方で申請して頂き、</a:t>
            </a:r>
            <a:br>
              <a:rPr lang="en-US" altLang="ja-JP" sz="2400"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システム構築費（外注費）として創屋に発注して頂く形が良いかと。</a:t>
            </a: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latin typeface="Yu Gothic UI" panose="020B0500000000000000" pitchFamily="50" charset="-128"/>
                <a:ea typeface="Yu Gothic UI" panose="020B0500000000000000" pitchFamily="50" charset="-128"/>
              </a:rPr>
              <a:t>使えそうな補助金</a:t>
            </a: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hlinkClick r:id="rId3"/>
              </a:rPr>
              <a:t>研究開発支援</a:t>
            </a:r>
            <a:r>
              <a:rPr lang="en-US" altLang="ja-JP" sz="2400">
                <a:hlinkClick r:id="rId3"/>
              </a:rPr>
              <a:t>(DX/GX</a:t>
            </a:r>
            <a:r>
              <a:rPr lang="ja-JP" altLang="en-US" sz="2400">
                <a:hlinkClick r:id="rId3"/>
              </a:rPr>
              <a:t>・</a:t>
            </a:r>
            <a:r>
              <a:rPr lang="en-US" altLang="ja-JP" sz="2400">
                <a:hlinkClick r:id="rId3"/>
              </a:rPr>
              <a:t>FS</a:t>
            </a:r>
            <a:r>
              <a:rPr lang="ja-JP" altLang="en-US" sz="2400">
                <a:hlinkClick r:id="rId3"/>
              </a:rPr>
              <a:t>・国プロ</a:t>
            </a:r>
            <a:r>
              <a:rPr lang="en-US" altLang="ja-JP" sz="2400">
                <a:hlinkClick r:id="rId3"/>
              </a:rPr>
              <a:t>FS) - </a:t>
            </a:r>
            <a:r>
              <a:rPr lang="ja-JP" altLang="en-US" sz="2400">
                <a:hlinkClick r:id="rId3"/>
              </a:rPr>
              <a:t>新製品・技術開発 </a:t>
            </a:r>
            <a:r>
              <a:rPr lang="en-US" altLang="ja-JP" sz="2400">
                <a:hlinkClick r:id="rId3"/>
              </a:rPr>
              <a:t>- </a:t>
            </a:r>
            <a:r>
              <a:rPr lang="ja-JP" altLang="en-US" sz="2400">
                <a:hlinkClick r:id="rId3"/>
              </a:rPr>
              <a:t>公益財団法人石川県産業創出支援機構（</a:t>
            </a:r>
            <a:r>
              <a:rPr lang="en-US" altLang="ja-JP" sz="2400">
                <a:hlinkClick r:id="rId3"/>
              </a:rPr>
              <a:t>ISICO</a:t>
            </a:r>
            <a:r>
              <a:rPr lang="ja-JP" altLang="en-US" sz="2400">
                <a:hlinkClick r:id="rId3"/>
              </a:rPr>
              <a:t>）ホームページ</a:t>
            </a: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zh-TW" altLang="en-US" sz="2400">
                <a:hlinkClick r:id="rId4"/>
              </a:rPr>
              <a:t>中小企業新事業進出補助金｜中小企業基盤整備機構</a:t>
            </a:r>
            <a:endParaRPr lang="en-US" altLang="zh-TW" sz="2400"/>
          </a:p>
          <a:p>
            <a:pPr>
              <a:lnSpc>
                <a:spcPct val="150000"/>
              </a:lnSpc>
            </a:pPr>
            <a:r>
              <a:rPr lang="ja-JP" altLang="en-US" sz="2400">
                <a:hlinkClick r:id="rId5"/>
              </a:rPr>
              <a:t>トップページ｜ものづくり補助事業公式ホームページ ものづくり補助金総合サイト</a:t>
            </a:r>
            <a:endParaRPr lang="en-US" altLang="ja-JP" sz="24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85513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AIパンフ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3399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u Gothic UI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11BB64378E8B44B8A25DCAB138C9759" ma:contentTypeVersion="7" ma:contentTypeDescription="新しいドキュメントを作成します。" ma:contentTypeScope="" ma:versionID="ecad6e51807e4cb9b1c6517befa54962">
  <xsd:schema xmlns:xsd="http://www.w3.org/2001/XMLSchema" xmlns:xs="http://www.w3.org/2001/XMLSchema" xmlns:p="http://schemas.microsoft.com/office/2006/metadata/properties" xmlns:ns2="3b24ea82-0b4b-47e7-898f-16791c065155" targetNamespace="http://schemas.microsoft.com/office/2006/metadata/properties" ma:root="true" ma:fieldsID="b1e0eb806fde04e7f087e07849da8026" ns2:_="">
    <xsd:import namespace="3b24ea82-0b4b-47e7-898f-16791c065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4ea82-0b4b-47e7-898f-16791c0651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A56B29-B387-4C34-848D-C734A26DFC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4FF871-AD70-4CCF-BC83-50F6C971FB24}">
  <ds:schemaRefs>
    <ds:schemaRef ds:uri="0ab3ffce-6aba-4f81-8b10-c1f64e86f4b9"/>
    <ds:schemaRef ds:uri="62527b2b-08e7-4bd0-8b46-48c05c751a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10D50F-DC15-4F3B-89CE-36F1998C499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1_Office テーマ</vt:lpstr>
      <vt:lpstr>ナレッジ管理 ロードマップ</vt:lpstr>
      <vt:lpstr>ロードマップ</vt:lpstr>
      <vt:lpstr>各版について</vt:lpstr>
      <vt:lpstr>開発の分担について</vt:lpstr>
      <vt:lpstr>補助金について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kariyada hiromi</dc:creator>
  <cp:revision>1</cp:revision>
  <dcterms:created xsi:type="dcterms:W3CDTF">2018-05-02T00:45:35Z</dcterms:created>
  <dcterms:modified xsi:type="dcterms:W3CDTF">2025-11-06T13:40:48Z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0x010100711BB64378E8B44B8A25DCAB138C9759</vt:lpwstr>
  </property>
  <property fmtid="{D5CDD505-2E9C-101B-9397-08002B2CF9AE}" pid="3" name="MediaServiceImageTags">
    <vt:lpwstr/>
  </property>
</Properties>
</file>