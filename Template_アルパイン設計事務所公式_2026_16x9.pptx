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9" r:id="rId2"/>
    <p:sldId id="260" r:id="rId3"/>
    <p:sldId id="270" r:id="rId4"/>
    <p:sldId id="262" r:id="rId5"/>
    <p:sldId id="264" r:id="rId6"/>
    <p:sldId id="266" r:id="rId7"/>
    <p:sldId id="267" r:id="rId8"/>
    <p:sldId id="26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8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5" autoAdjust="0"/>
    <p:restoredTop sz="94660"/>
  </p:normalViewPr>
  <p:slideViewPr>
    <p:cSldViewPr snapToGrid="0">
      <p:cViewPr varScale="1">
        <p:scale>
          <a:sx n="115" d="100"/>
          <a:sy n="115" d="100"/>
        </p:scale>
        <p:origin x="14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DE7CC-BA49-441A-954A-D7313BCB9DA5}" type="datetimeFigureOut">
              <a:rPr kumimoji="1" lang="ja-JP" altLang="en-US" smtClean="0"/>
              <a:t>2026/5/25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8C8AF-17B2-4669-92EE-079BEB01048F}" type="slidenum">
              <a:rPr kumimoji="1" lang="ja-JP" altLang="en-US" smtClean="0"/>
              <a:t>‹#›</a:t>
            </a:fld>
            <a:endParaRPr kumimoji="1" lang="ja-JP" altLang="en-US"/>
          </a:p>
        </p:txBody>
      </p:sp>
    </p:spTree>
    <p:extLst>
      <p:ext uri="{BB962C8B-B14F-4D97-AF65-F5344CB8AC3E}">
        <p14:creationId xmlns:p14="http://schemas.microsoft.com/office/powerpoint/2010/main" val="7469819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17" name="Picture 2" descr="logo_large.jpg">
            <a:extLst>
              <a:ext uri="{FF2B5EF4-FFF2-40B4-BE49-F238E27FC236}">
                <a16:creationId xmlns:a16="http://schemas.microsoft.com/office/drawing/2014/main" id="{D11579AC-7796-D80E-3CC0-C7265D79DAEC}"/>
              </a:ext>
            </a:extLst>
          </p:cNvPr>
          <p:cNvPicPr>
            <a:picLocks noChangeAspect="1"/>
          </p:cNvPicPr>
          <p:nvPr userDrawn="1"/>
        </p:nvPicPr>
        <p:blipFill>
          <a:blip r:embed="rId2"/>
          <a:stretch>
            <a:fillRect/>
          </a:stretch>
        </p:blipFill>
        <p:spPr>
          <a:xfrm>
            <a:off x="9296400" y="609600"/>
            <a:ext cx="2606040" cy="1503485"/>
          </a:xfrm>
          <a:prstGeom prst="rect">
            <a:avLst/>
          </a:prstGeom>
        </p:spPr>
      </p:pic>
      <p:sp>
        <p:nvSpPr>
          <p:cNvPr id="8" name="Rectangle 1">
            <a:extLst>
              <a:ext uri="{FF2B5EF4-FFF2-40B4-BE49-F238E27FC236}">
                <a16:creationId xmlns:a16="http://schemas.microsoft.com/office/drawing/2014/main" id="{DEFC902B-A52D-C521-E9E5-3F94762B39EF}"/>
              </a:ext>
            </a:extLst>
          </p:cNvPr>
          <p:cNvSpPr/>
          <p:nvPr userDrawn="1"/>
        </p:nvSpPr>
        <p:spPr>
          <a:xfrm>
            <a:off x="0" y="0"/>
            <a:ext cx="32004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9" name="Rectangle 7">
            <a:extLst>
              <a:ext uri="{FF2B5EF4-FFF2-40B4-BE49-F238E27FC236}">
                <a16:creationId xmlns:a16="http://schemas.microsoft.com/office/drawing/2014/main" id="{43DC2CAB-9CE7-E662-77B8-5B3C6DB80BCD}"/>
              </a:ext>
            </a:extLst>
          </p:cNvPr>
          <p:cNvSpPr/>
          <p:nvPr userDrawn="1"/>
        </p:nvSpPr>
        <p:spPr>
          <a:xfrm>
            <a:off x="0" y="6080760"/>
            <a:ext cx="12191695" cy="77724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 name="Title 1"/>
          <p:cNvSpPr>
            <a:spLocks noGrp="1"/>
          </p:cNvSpPr>
          <p:nvPr>
            <p:ph type="ctrTitle"/>
          </p:nvPr>
        </p:nvSpPr>
        <p:spPr>
          <a:xfrm>
            <a:off x="914400" y="833329"/>
            <a:ext cx="8689976" cy="2509213"/>
          </a:xfrm>
        </p:spPr>
        <p:txBody>
          <a:bodyPr anchor="b">
            <a:normAutofit/>
          </a:bodyPr>
          <a:lstStyle>
            <a:lvl1pPr algn="l">
              <a:defRPr sz="4800" b="1" cap="none" baseline="0">
                <a:solidFill>
                  <a:schemeClr val="tx2">
                    <a:lumMod val="75000"/>
                  </a:schemeClr>
                </a:solidFill>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914400" y="3470949"/>
            <a:ext cx="8689976" cy="652995"/>
          </a:xfrm>
        </p:spPr>
        <p:txBody>
          <a:bodyPr>
            <a:normAutofit/>
          </a:bodyPr>
          <a:lstStyle>
            <a:lvl1pPr marL="0" indent="0" algn="l">
              <a:buNone/>
              <a:defRPr sz="2200" cap="none" baseline="0">
                <a:solidFill>
                  <a:srgbClr val="00A8E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19" name="Rectangle 5">
            <a:extLst>
              <a:ext uri="{FF2B5EF4-FFF2-40B4-BE49-F238E27FC236}">
                <a16:creationId xmlns:a16="http://schemas.microsoft.com/office/drawing/2014/main" id="{60FBCDE1-018F-99EB-0276-8FFC2E77ED96}"/>
              </a:ext>
            </a:extLst>
          </p:cNvPr>
          <p:cNvSpPr/>
          <p:nvPr userDrawn="1"/>
        </p:nvSpPr>
        <p:spPr>
          <a:xfrm>
            <a:off x="914400" y="4160520"/>
            <a:ext cx="2011680" cy="36576"/>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4" name="テキスト プレースホルダー 23">
            <a:extLst>
              <a:ext uri="{FF2B5EF4-FFF2-40B4-BE49-F238E27FC236}">
                <a16:creationId xmlns:a16="http://schemas.microsoft.com/office/drawing/2014/main" id="{4F424697-34D8-E67D-84F2-7DBFA5AD7DD2}"/>
              </a:ext>
            </a:extLst>
          </p:cNvPr>
          <p:cNvSpPr>
            <a:spLocks noGrp="1"/>
          </p:cNvSpPr>
          <p:nvPr>
            <p:ph type="body" sz="quarter" idx="10" hasCustomPrompt="1"/>
          </p:nvPr>
        </p:nvSpPr>
        <p:spPr>
          <a:xfrm>
            <a:off x="914400" y="4343400"/>
            <a:ext cx="5166028" cy="914400"/>
          </a:xfrm>
        </p:spPr>
        <p:txBody>
          <a:bodyPr>
            <a:normAutofit/>
          </a:bodyPr>
          <a:lstStyle>
            <a:lvl1pPr>
              <a:buNone/>
              <a:defRPr sz="1600" cap="none" baseline="0">
                <a:solidFill>
                  <a:schemeClr val="tx1">
                    <a:lumMod val="65000"/>
                    <a:lumOff val="35000"/>
                  </a:schemeClr>
                </a:solidFill>
              </a:defRPr>
            </a:lvl1pPr>
            <a:lvl2pPr>
              <a:buNone/>
              <a:defRPr/>
            </a:lvl2pPr>
          </a:lstStyle>
          <a:p>
            <a:pPr lvl="0"/>
            <a:r>
              <a:rPr kumimoji="1" lang="en-US" altLang="ja-JP" dirty="0"/>
              <a:t>2026.MM.DD</a:t>
            </a:r>
            <a:r>
              <a:rPr kumimoji="1" lang="ja-JP" altLang="en-US" dirty="0"/>
              <a:t>　</a:t>
            </a:r>
            <a:r>
              <a:rPr kumimoji="1" lang="en-US" altLang="ja-JP" dirty="0"/>
              <a:t>/</a:t>
            </a:r>
            <a:r>
              <a:rPr kumimoji="1" lang="ja-JP" altLang="en-US" dirty="0"/>
              <a:t>　部署名　</a:t>
            </a:r>
            <a:r>
              <a:rPr kumimoji="1" lang="en-US" altLang="ja-JP" dirty="0"/>
              <a:t>/</a:t>
            </a:r>
            <a:r>
              <a:rPr kumimoji="1" lang="ja-JP" altLang="en-US" dirty="0"/>
              <a:t>　発表者氏名</a:t>
            </a:r>
          </a:p>
        </p:txBody>
      </p:sp>
      <p:sp>
        <p:nvSpPr>
          <p:cNvPr id="27" name="テキスト ボックス 26">
            <a:extLst>
              <a:ext uri="{FF2B5EF4-FFF2-40B4-BE49-F238E27FC236}">
                <a16:creationId xmlns:a16="http://schemas.microsoft.com/office/drawing/2014/main" id="{EC55F0FE-9421-CCC4-21CF-3EDC009B1D6C}"/>
              </a:ext>
            </a:extLst>
          </p:cNvPr>
          <p:cNvSpPr txBox="1"/>
          <p:nvPr userDrawn="1"/>
        </p:nvSpPr>
        <p:spPr>
          <a:xfrm>
            <a:off x="456228" y="6494780"/>
            <a:ext cx="8342348" cy="276999"/>
          </a:xfrm>
          <a:prstGeom prst="rect">
            <a:avLst/>
          </a:prstGeom>
          <a:noFill/>
        </p:spPr>
        <p:txBody>
          <a:bodyPr wrap="none" rtlCol="0">
            <a:spAutoFit/>
          </a:bodyPr>
          <a:lstStyle/>
          <a:p>
            <a:pPr algn="l"/>
            <a:r>
              <a:rPr kumimoji="1" lang="ja-JP" altLang="en-US" sz="1200" cap="none" baseline="0" dirty="0">
                <a:solidFill>
                  <a:schemeClr val="bg1"/>
                </a:solidFill>
              </a:rPr>
              <a:t>金石本社：〒</a:t>
            </a:r>
            <a:r>
              <a:rPr kumimoji="1" lang="en-US" altLang="ja-JP" sz="1200" cap="none" baseline="0" dirty="0">
                <a:solidFill>
                  <a:schemeClr val="bg1"/>
                </a:solidFill>
              </a:rPr>
              <a:t>920-0336</a:t>
            </a:r>
            <a:r>
              <a:rPr kumimoji="1" lang="ja-JP" altLang="en-US" sz="1200" cap="none" baseline="0" dirty="0">
                <a:solidFill>
                  <a:schemeClr val="bg1"/>
                </a:solidFill>
              </a:rPr>
              <a:t> 石川県金沢市金石本町ハ</a:t>
            </a:r>
            <a:r>
              <a:rPr kumimoji="1" lang="en-US" altLang="ja-JP" sz="1200" cap="none" baseline="0" dirty="0">
                <a:solidFill>
                  <a:schemeClr val="bg1"/>
                </a:solidFill>
              </a:rPr>
              <a:t>13</a:t>
            </a:r>
            <a:r>
              <a:rPr kumimoji="1" lang="ja-JP" altLang="en-US" sz="1200" cap="none" baseline="0" dirty="0">
                <a:solidFill>
                  <a:schemeClr val="bg1"/>
                </a:solidFill>
              </a:rPr>
              <a:t>番地</a:t>
            </a:r>
            <a:r>
              <a:rPr kumimoji="1" lang="en-US" altLang="ja-JP" sz="1200" cap="none" baseline="0" dirty="0">
                <a:solidFill>
                  <a:schemeClr val="bg1"/>
                </a:solidFill>
              </a:rPr>
              <a:t>2</a:t>
            </a:r>
            <a:r>
              <a:rPr kumimoji="1" lang="ja-JP" altLang="en-US" sz="1200" cap="none" baseline="0" dirty="0">
                <a:solidFill>
                  <a:schemeClr val="bg1"/>
                </a:solidFill>
              </a:rPr>
              <a:t>　</a:t>
            </a:r>
            <a:r>
              <a:rPr kumimoji="1" lang="en-US" altLang="ja-JP" sz="1200" cap="none" baseline="0" dirty="0">
                <a:solidFill>
                  <a:schemeClr val="bg1"/>
                </a:solidFill>
              </a:rPr>
              <a:t>/</a:t>
            </a:r>
            <a:r>
              <a:rPr kumimoji="1" lang="ja-JP" altLang="en-US" sz="1200" cap="none" baseline="0" dirty="0">
                <a:solidFill>
                  <a:schemeClr val="bg1"/>
                </a:solidFill>
              </a:rPr>
              <a:t>　小矢部事務所：〒</a:t>
            </a:r>
            <a:r>
              <a:rPr kumimoji="1" lang="en-US" altLang="ja-JP" sz="1200" cap="none" baseline="0" dirty="0">
                <a:solidFill>
                  <a:schemeClr val="bg1"/>
                </a:solidFill>
              </a:rPr>
              <a:t>932-0132</a:t>
            </a:r>
            <a:r>
              <a:rPr kumimoji="1" lang="ja-JP" altLang="en-US" sz="1200" cap="none" baseline="0" dirty="0">
                <a:solidFill>
                  <a:schemeClr val="bg1"/>
                </a:solidFill>
              </a:rPr>
              <a:t> 富山県小矢部市小森谷</a:t>
            </a:r>
            <a:r>
              <a:rPr kumimoji="1" lang="en-US" altLang="ja-JP" sz="1200" cap="none" baseline="0" dirty="0">
                <a:solidFill>
                  <a:schemeClr val="bg1"/>
                </a:solidFill>
              </a:rPr>
              <a:t>19</a:t>
            </a:r>
            <a:r>
              <a:rPr kumimoji="1" lang="ja-JP" altLang="en-US" sz="1200" cap="none" baseline="0" dirty="0">
                <a:solidFill>
                  <a:schemeClr val="bg1"/>
                </a:solidFill>
              </a:rPr>
              <a:t>番地</a:t>
            </a:r>
          </a:p>
        </p:txBody>
      </p:sp>
      <p:sp>
        <p:nvSpPr>
          <p:cNvPr id="28" name="テキスト ボックス 27">
            <a:extLst>
              <a:ext uri="{FF2B5EF4-FFF2-40B4-BE49-F238E27FC236}">
                <a16:creationId xmlns:a16="http://schemas.microsoft.com/office/drawing/2014/main" id="{3DC65298-5B5E-1D40-2C58-080E3E98BC90}"/>
              </a:ext>
            </a:extLst>
          </p:cNvPr>
          <p:cNvSpPr txBox="1"/>
          <p:nvPr userDrawn="1"/>
        </p:nvSpPr>
        <p:spPr>
          <a:xfrm>
            <a:off x="456228" y="6182577"/>
            <a:ext cx="3113353" cy="338554"/>
          </a:xfrm>
          <a:prstGeom prst="rect">
            <a:avLst/>
          </a:prstGeom>
          <a:noFill/>
        </p:spPr>
        <p:txBody>
          <a:bodyPr wrap="none" rtlCol="0">
            <a:spAutoFit/>
          </a:bodyPr>
          <a:lstStyle/>
          <a:p>
            <a:pPr algn="l"/>
            <a:r>
              <a:rPr kumimoji="1" lang="ja-JP" altLang="en-US" sz="1600" cap="none" baseline="0" dirty="0">
                <a:solidFill>
                  <a:schemeClr val="bg1"/>
                </a:solidFill>
              </a:rPr>
              <a:t>株式会社 アルパイン設計事務所</a:t>
            </a:r>
          </a:p>
        </p:txBody>
      </p:sp>
    </p:spTree>
    <p:extLst>
      <p:ext uri="{BB962C8B-B14F-4D97-AF65-F5344CB8AC3E}">
        <p14:creationId xmlns:p14="http://schemas.microsoft.com/office/powerpoint/2010/main" val="1533615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dirty="0"/>
          </a:p>
        </p:txBody>
      </p:sp>
      <p:sp>
        <p:nvSpPr>
          <p:cNvPr id="10" name="Rectangle 1">
            <a:extLst>
              <a:ext uri="{FF2B5EF4-FFF2-40B4-BE49-F238E27FC236}">
                <a16:creationId xmlns:a16="http://schemas.microsoft.com/office/drawing/2014/main" id="{273C56A4-895E-D5C5-3104-BF85ABACF34C}"/>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4">
            <a:extLst>
              <a:ext uri="{FF2B5EF4-FFF2-40B4-BE49-F238E27FC236}">
                <a16:creationId xmlns:a16="http://schemas.microsoft.com/office/drawing/2014/main" id="{2EECE7D1-9EB4-934E-9375-5673AE1CDFA5}"/>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56" name="コンテンツ プレースホルダー 55">
            <a:extLst>
              <a:ext uri="{FF2B5EF4-FFF2-40B4-BE49-F238E27FC236}">
                <a16:creationId xmlns:a16="http://schemas.microsoft.com/office/drawing/2014/main" id="{96E4A612-04F1-1448-C938-8AAFF71EA8FC}"/>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13374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12" name="Content Placeholder 2"/>
          <p:cNvSpPr>
            <a:spLocks noGrp="1"/>
          </p:cNvSpPr>
          <p:nvPr>
            <p:ph sz="quarter" idx="13"/>
          </p:nvPr>
        </p:nvSpPr>
        <p:spPr>
          <a:xfrm>
            <a:off x="578863" y="2254861"/>
            <a:ext cx="5314214" cy="4105132"/>
          </a:xfrm>
          <a:ln>
            <a:noFill/>
          </a:ln>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13" name="Content Placeholder 3"/>
          <p:cNvSpPr>
            <a:spLocks noGrp="1"/>
          </p:cNvSpPr>
          <p:nvPr>
            <p:ph sz="quarter" idx="14"/>
          </p:nvPr>
        </p:nvSpPr>
        <p:spPr>
          <a:xfrm>
            <a:off x="6293796" y="2254861"/>
            <a:ext cx="5311302" cy="4105132"/>
          </a:xfrm>
          <a:ln>
            <a:no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 name="スライド番号プレースホルダー 8">
            <a:extLst>
              <a:ext uri="{FF2B5EF4-FFF2-40B4-BE49-F238E27FC236}">
                <a16:creationId xmlns:a16="http://schemas.microsoft.com/office/drawing/2014/main" id="{ED4643BD-04A4-AAD5-193A-DD596DEDF43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3" name="図 2">
            <a:extLst>
              <a:ext uri="{FF2B5EF4-FFF2-40B4-BE49-F238E27FC236}">
                <a16:creationId xmlns:a16="http://schemas.microsoft.com/office/drawing/2014/main" id="{97661BAC-0965-CE22-FC5F-315F9C011DA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8" name="Rectangle 1">
            <a:extLst>
              <a:ext uri="{FF2B5EF4-FFF2-40B4-BE49-F238E27FC236}">
                <a16:creationId xmlns:a16="http://schemas.microsoft.com/office/drawing/2014/main" id="{F75F8A81-F90D-2AC3-0758-21B5A019D68D}"/>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4">
            <a:extLst>
              <a:ext uri="{FF2B5EF4-FFF2-40B4-BE49-F238E27FC236}">
                <a16:creationId xmlns:a16="http://schemas.microsoft.com/office/drawing/2014/main" id="{9155C07D-C31C-4422-BF59-9288C1D406E6}"/>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テキスト プレースホルダー 52">
            <a:extLst>
              <a:ext uri="{FF2B5EF4-FFF2-40B4-BE49-F238E27FC236}">
                <a16:creationId xmlns:a16="http://schemas.microsoft.com/office/drawing/2014/main" id="{AC66AFE9-42C5-EE6E-B6B2-8EA75548D399}"/>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5" name="Rectangle 35">
            <a:extLst>
              <a:ext uri="{FF2B5EF4-FFF2-40B4-BE49-F238E27FC236}">
                <a16:creationId xmlns:a16="http://schemas.microsoft.com/office/drawing/2014/main" id="{23617758-0468-2D94-736E-042159DAECEF}"/>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正方形/長方形 20">
            <a:extLst>
              <a:ext uri="{FF2B5EF4-FFF2-40B4-BE49-F238E27FC236}">
                <a16:creationId xmlns:a16="http://schemas.microsoft.com/office/drawing/2014/main" id="{9C7D1CD9-9C02-E9DE-D16A-ED000EBB426D}"/>
              </a:ext>
            </a:extLst>
          </p:cNvPr>
          <p:cNvSpPr/>
          <p:nvPr userDrawn="1"/>
        </p:nvSpPr>
        <p:spPr>
          <a:xfrm>
            <a:off x="463297" y="1377086"/>
            <a:ext cx="5553456" cy="508660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AE71A640-007B-2631-D5F9-60E543D46707}"/>
              </a:ext>
            </a:extLst>
          </p:cNvPr>
          <p:cNvSpPr/>
          <p:nvPr userDrawn="1"/>
        </p:nvSpPr>
        <p:spPr>
          <a:xfrm>
            <a:off x="6166104" y="1362578"/>
            <a:ext cx="5562600" cy="5103325"/>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Title 1">
            <a:extLst>
              <a:ext uri="{FF2B5EF4-FFF2-40B4-BE49-F238E27FC236}">
                <a16:creationId xmlns:a16="http://schemas.microsoft.com/office/drawing/2014/main" id="{9172225F-2066-1B77-8C65-F715719351AA}"/>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19" name="テキスト プレースホルダー 18">
            <a:extLst>
              <a:ext uri="{FF2B5EF4-FFF2-40B4-BE49-F238E27FC236}">
                <a16:creationId xmlns:a16="http://schemas.microsoft.com/office/drawing/2014/main" id="{0F5C33EA-A7A6-0093-1CFC-5DE6B341E6BF}"/>
              </a:ext>
            </a:extLst>
          </p:cNvPr>
          <p:cNvSpPr>
            <a:spLocks noGrp="1"/>
          </p:cNvSpPr>
          <p:nvPr>
            <p:ph type="body" sz="quarter" idx="18"/>
          </p:nvPr>
        </p:nvSpPr>
        <p:spPr>
          <a:xfrm>
            <a:off x="457200" y="1362578"/>
            <a:ext cx="5559552" cy="781179"/>
          </a:xfrm>
          <a:solidFill>
            <a:schemeClr val="tx1">
              <a:lumMod val="50000"/>
              <a:lumOff val="50000"/>
            </a:schemeClr>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
        <p:nvSpPr>
          <p:cNvPr id="20" name="テキスト プレースホルダー 18">
            <a:extLst>
              <a:ext uri="{FF2B5EF4-FFF2-40B4-BE49-F238E27FC236}">
                <a16:creationId xmlns:a16="http://schemas.microsoft.com/office/drawing/2014/main" id="{295F1E9E-2E02-71DD-4D1F-FAFBE4409FE5}"/>
              </a:ext>
            </a:extLst>
          </p:cNvPr>
          <p:cNvSpPr>
            <a:spLocks noGrp="1"/>
          </p:cNvSpPr>
          <p:nvPr>
            <p:ph type="body" sz="quarter" idx="19"/>
          </p:nvPr>
        </p:nvSpPr>
        <p:spPr>
          <a:xfrm>
            <a:off x="6169152" y="1362578"/>
            <a:ext cx="5559552" cy="781179"/>
          </a:xfrm>
          <a:solidFill>
            <a:srgbClr val="00A8E6"/>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Tree>
    <p:extLst>
      <p:ext uri="{BB962C8B-B14F-4D97-AF65-F5344CB8AC3E}">
        <p14:creationId xmlns:p14="http://schemas.microsoft.com/office/powerpoint/2010/main" val="3494569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付きの図">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57200" y="1399929"/>
            <a:ext cx="6138154" cy="5181600"/>
          </a:xfrm>
          <a:prstGeom prst="roundRect">
            <a:avLst>
              <a:gd name="adj" fmla="val 4943"/>
            </a:avLst>
          </a:prstGeom>
          <a:noFill/>
          <a:ln w="19050" cap="sq">
            <a:solidFill>
              <a:srgbClr val="00A8E6"/>
            </a:solidFill>
            <a:miter lim="800000"/>
          </a:ln>
          <a:effectLst/>
          <a:scene3d>
            <a:camera prst="orthographicFront"/>
            <a:lightRig rig="threePt" dir="t">
              <a:rot lat="0" lon="0" rev="2700000"/>
            </a:lightRig>
          </a:scene3d>
          <a:sp3d contourW="6350" prstMaterial="matte">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6042" y="2931911"/>
            <a:ext cx="4709159" cy="351460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8" name="スライド番号プレースホルダー 8">
            <a:extLst>
              <a:ext uri="{FF2B5EF4-FFF2-40B4-BE49-F238E27FC236}">
                <a16:creationId xmlns:a16="http://schemas.microsoft.com/office/drawing/2014/main" id="{A6A0EC3A-8208-2F63-BA4C-FE456AB7AFED}"/>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9" name="図 8">
            <a:extLst>
              <a:ext uri="{FF2B5EF4-FFF2-40B4-BE49-F238E27FC236}">
                <a16:creationId xmlns:a16="http://schemas.microsoft.com/office/drawing/2014/main" id="{63A2F520-B158-CC14-8966-4D18A9D95E9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1" name="Rectangle 1">
            <a:extLst>
              <a:ext uri="{FF2B5EF4-FFF2-40B4-BE49-F238E27FC236}">
                <a16:creationId xmlns:a16="http://schemas.microsoft.com/office/drawing/2014/main" id="{3B41F546-F6F6-79FF-2DF9-0F26E1F2D298}"/>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4">
            <a:extLst>
              <a:ext uri="{FF2B5EF4-FFF2-40B4-BE49-F238E27FC236}">
                <a16:creationId xmlns:a16="http://schemas.microsoft.com/office/drawing/2014/main" id="{98711BEE-A631-6371-0A47-BCE73CC8F679}"/>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テキスト プレースホルダー 52">
            <a:extLst>
              <a:ext uri="{FF2B5EF4-FFF2-40B4-BE49-F238E27FC236}">
                <a16:creationId xmlns:a16="http://schemas.microsoft.com/office/drawing/2014/main" id="{93543058-FC54-28CC-6D04-0980939B6B7D}"/>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4" name="Rectangle 35">
            <a:extLst>
              <a:ext uri="{FF2B5EF4-FFF2-40B4-BE49-F238E27FC236}">
                <a16:creationId xmlns:a16="http://schemas.microsoft.com/office/drawing/2014/main" id="{565548AB-4F85-1922-397A-15828B82CD68}"/>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0">
            <a:extLst>
              <a:ext uri="{FF2B5EF4-FFF2-40B4-BE49-F238E27FC236}">
                <a16:creationId xmlns:a16="http://schemas.microsoft.com/office/drawing/2014/main" id="{4F66BA0C-576F-D7DD-05AB-7247A3CE95EF}"/>
              </a:ext>
            </a:extLst>
          </p:cNvPr>
          <p:cNvSpPr/>
          <p:nvPr userDrawn="1"/>
        </p:nvSpPr>
        <p:spPr>
          <a:xfrm>
            <a:off x="6858000" y="2710303"/>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テキスト プレースホルダー 52">
            <a:extLst>
              <a:ext uri="{FF2B5EF4-FFF2-40B4-BE49-F238E27FC236}">
                <a16:creationId xmlns:a16="http://schemas.microsoft.com/office/drawing/2014/main" id="{860C1474-869A-0810-7EF3-9014B952FCAD}"/>
              </a:ext>
            </a:extLst>
          </p:cNvPr>
          <p:cNvSpPr>
            <a:spLocks noGrp="1"/>
          </p:cNvSpPr>
          <p:nvPr>
            <p:ph type="body" sz="quarter" idx="18"/>
          </p:nvPr>
        </p:nvSpPr>
        <p:spPr>
          <a:xfrm>
            <a:off x="6776042" y="1466743"/>
            <a:ext cx="3679148" cy="248005"/>
          </a:xfrm>
        </p:spPr>
        <p:txBody>
          <a:bodyPr anchor="ctr">
            <a:noAutofit/>
          </a:bodyPr>
          <a:lstStyle>
            <a:lvl1pPr>
              <a:buNone/>
              <a:defRPr sz="1400" b="1">
                <a:solidFill>
                  <a:schemeClr val="accent4"/>
                </a:solidFill>
              </a:defRPr>
            </a:lvl1pPr>
          </a:lstStyle>
          <a:p>
            <a:pPr lvl="0"/>
            <a:r>
              <a:rPr kumimoji="1" lang="ja-JP" altLang="en-US" dirty="0"/>
              <a:t>マスター テキストの書式設定</a:t>
            </a:r>
          </a:p>
        </p:txBody>
      </p:sp>
      <p:sp>
        <p:nvSpPr>
          <p:cNvPr id="21" name="Title 1">
            <a:extLst>
              <a:ext uri="{FF2B5EF4-FFF2-40B4-BE49-F238E27FC236}">
                <a16:creationId xmlns:a16="http://schemas.microsoft.com/office/drawing/2014/main" id="{65C7C5BC-539B-2087-C4DA-65CC2040FC37}"/>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22" name="Text Placeholder 3">
            <a:extLst>
              <a:ext uri="{FF2B5EF4-FFF2-40B4-BE49-F238E27FC236}">
                <a16:creationId xmlns:a16="http://schemas.microsoft.com/office/drawing/2014/main" id="{407AECB8-4D72-3F83-4F09-8BB49A8F946F}"/>
              </a:ext>
            </a:extLst>
          </p:cNvPr>
          <p:cNvSpPr>
            <a:spLocks noGrp="1"/>
          </p:cNvSpPr>
          <p:nvPr>
            <p:ph type="body" sz="half" idx="19"/>
          </p:nvPr>
        </p:nvSpPr>
        <p:spPr>
          <a:xfrm>
            <a:off x="6776042" y="1859448"/>
            <a:ext cx="4709159" cy="544230"/>
          </a:xfrm>
        </p:spPr>
        <p:txBody>
          <a:bodyPr>
            <a:normAutofit/>
          </a:bodyPr>
          <a:lstStyle>
            <a:lvl1pPr marL="0" indent="0" algn="l">
              <a:buNone/>
              <a:defRPr sz="24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3767352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70C0DB40-5F2F-F35A-86C4-01E32B225B0D}"/>
              </a:ext>
            </a:extLst>
          </p:cNvPr>
          <p:cNvSpPr/>
          <p:nvPr userDrawn="1"/>
        </p:nvSpPr>
        <p:spPr>
          <a:xfrm>
            <a:off x="0" y="0"/>
            <a:ext cx="438912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8">
            <a:extLst>
              <a:ext uri="{FF2B5EF4-FFF2-40B4-BE49-F238E27FC236}">
                <a16:creationId xmlns:a16="http://schemas.microsoft.com/office/drawing/2014/main" id="{568D18EB-93BD-0FF9-EB13-FAC166CC8116}"/>
              </a:ext>
            </a:extLst>
          </p:cNvPr>
          <p:cNvSpPr/>
          <p:nvPr userDrawn="1"/>
        </p:nvSpPr>
        <p:spPr>
          <a:xfrm>
            <a:off x="4389120" y="6729984"/>
            <a:ext cx="7802575" cy="128016"/>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7731" y="3242452"/>
            <a:ext cx="3676119" cy="2023252"/>
          </a:xfrm>
        </p:spPr>
        <p:txBody>
          <a:bodyPr anchor="t">
            <a:normAutofit/>
          </a:bodyPr>
          <a:lstStyle>
            <a:lvl1pPr algn="l">
              <a:defRPr sz="3600" b="1">
                <a:solidFill>
                  <a:schemeClr val="bg1"/>
                </a:solidFill>
              </a:defRPr>
            </a:lvl1pPr>
          </a:lstStyle>
          <a:p>
            <a:r>
              <a:rPr lang="ja-JP" altLang="en-US" dirty="0"/>
              <a:t>マスター タイトルの書式設定</a:t>
            </a:r>
            <a:endParaRPr lang="en-US" dirty="0"/>
          </a:p>
        </p:txBody>
      </p:sp>
      <p:sp>
        <p:nvSpPr>
          <p:cNvPr id="4" name="Text Placeholder 3"/>
          <p:cNvSpPr>
            <a:spLocks noGrp="1"/>
          </p:cNvSpPr>
          <p:nvPr>
            <p:ph type="body" sz="half" idx="2"/>
          </p:nvPr>
        </p:nvSpPr>
        <p:spPr>
          <a:xfrm>
            <a:off x="567731" y="2423769"/>
            <a:ext cx="3676120" cy="418166"/>
          </a:xfrm>
        </p:spPr>
        <p:txBody>
          <a:bodyPr>
            <a:normAutofit/>
          </a:bodyPr>
          <a:lstStyle>
            <a:lvl1pPr marL="0" indent="0" algn="l">
              <a:buNone/>
              <a:defRPr sz="1800" b="1">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9" name="スライド番号プレースホルダー 8">
            <a:extLst>
              <a:ext uri="{FF2B5EF4-FFF2-40B4-BE49-F238E27FC236}">
                <a16:creationId xmlns:a16="http://schemas.microsoft.com/office/drawing/2014/main" id="{6751F391-8EE4-1296-D5AE-03886A4EE68B}"/>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12" name="図 11">
            <a:extLst>
              <a:ext uri="{FF2B5EF4-FFF2-40B4-BE49-F238E27FC236}">
                <a16:creationId xmlns:a16="http://schemas.microsoft.com/office/drawing/2014/main" id="{C28693DB-7C05-F742-72BD-AAE7D00BDB2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3" name="Rectangle 3">
            <a:extLst>
              <a:ext uri="{FF2B5EF4-FFF2-40B4-BE49-F238E27FC236}">
                <a16:creationId xmlns:a16="http://schemas.microsoft.com/office/drawing/2014/main" id="{E6212A41-BD99-9E37-D686-4516D7835ED0}"/>
              </a:ext>
            </a:extLst>
          </p:cNvPr>
          <p:cNvSpPr/>
          <p:nvPr userDrawn="1"/>
        </p:nvSpPr>
        <p:spPr>
          <a:xfrm>
            <a:off x="640080" y="3063240"/>
            <a:ext cx="54864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 Placeholder 3">
            <a:extLst>
              <a:ext uri="{FF2B5EF4-FFF2-40B4-BE49-F238E27FC236}">
                <a16:creationId xmlns:a16="http://schemas.microsoft.com/office/drawing/2014/main" id="{B0575233-4969-A31B-6759-06E9D74CF34A}"/>
              </a:ext>
            </a:extLst>
          </p:cNvPr>
          <p:cNvSpPr>
            <a:spLocks noGrp="1"/>
          </p:cNvSpPr>
          <p:nvPr>
            <p:ph type="body" sz="half" idx="17"/>
          </p:nvPr>
        </p:nvSpPr>
        <p:spPr>
          <a:xfrm>
            <a:off x="5078062" y="2681650"/>
            <a:ext cx="3676120" cy="418166"/>
          </a:xfrm>
        </p:spPr>
        <p:txBody>
          <a:bodyPr/>
          <a:lstStyle>
            <a:lvl1pPr marL="0" indent="0" algn="l">
              <a:buNone/>
              <a:defRPr sz="1600" b="0">
                <a:solidFill>
                  <a:srgbClr val="00A8E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18" name="コンテンツ プレースホルダー 17">
            <a:extLst>
              <a:ext uri="{FF2B5EF4-FFF2-40B4-BE49-F238E27FC236}">
                <a16:creationId xmlns:a16="http://schemas.microsoft.com/office/drawing/2014/main" id="{11E6EC22-F40F-ADE9-9D6F-63DED8B28503}"/>
              </a:ext>
            </a:extLst>
          </p:cNvPr>
          <p:cNvSpPr>
            <a:spLocks noGrp="1"/>
          </p:cNvSpPr>
          <p:nvPr>
            <p:ph sz="quarter" idx="18"/>
          </p:nvPr>
        </p:nvSpPr>
        <p:spPr>
          <a:xfrm>
            <a:off x="5078061" y="3242451"/>
            <a:ext cx="6320539" cy="2944339"/>
          </a:xfrm>
        </p:spPr>
        <p:txBody>
          <a:bodyPr>
            <a:normAutofit/>
          </a:bodyPr>
          <a:lstStyle>
            <a:lvl1pPr marL="0">
              <a:lnSpc>
                <a:spcPct val="100000"/>
              </a:lnSpc>
              <a:buNone/>
              <a:defRPr sz="2800" b="1">
                <a:solidFill>
                  <a:schemeClr val="tx2">
                    <a:lumMod val="75000"/>
                  </a:schemeClr>
                </a:solidFill>
              </a:defRPr>
            </a:lvl1pPr>
            <a:lvl2pPr>
              <a:defRPr sz="2000" b="1"/>
            </a:lvl2pPr>
            <a:lvl3pPr>
              <a:defRPr sz="1800" b="1"/>
            </a:lvl3pPr>
            <a:lvl4pPr>
              <a:defRPr sz="1600" b="1"/>
            </a:lvl4pPr>
            <a:lvl5pPr>
              <a:defRPr sz="1600" b="1"/>
            </a:lvl5pPr>
          </a:lstStyle>
          <a:p>
            <a:pPr lvl="0"/>
            <a:r>
              <a:rPr kumimoji="1" lang="ja-JP" altLang="en-US" dirty="0"/>
              <a:t>マスター テキストの書式設定</a:t>
            </a:r>
          </a:p>
        </p:txBody>
      </p:sp>
    </p:spTree>
    <p:extLst>
      <p:ext uri="{BB962C8B-B14F-4D97-AF65-F5344CB8AC3E}">
        <p14:creationId xmlns:p14="http://schemas.microsoft.com/office/powerpoint/2010/main" val="4105011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53117" y="590117"/>
            <a:ext cx="10364451" cy="502919"/>
          </a:xfrm>
        </p:spPr>
        <p:txBody>
          <a:bodyPr anchor="t"/>
          <a:lstStyle>
            <a:lvl1pPr algn="l">
              <a:defRPr b="1">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353117" y="277487"/>
            <a:ext cx="3679148" cy="248005"/>
          </a:xfrm>
        </p:spPr>
        <p:txBody>
          <a:bodyPr anchor="ctr">
            <a:noAutofit/>
          </a:bodyPr>
          <a:lstStyle>
            <a:lvl1pPr>
              <a:buNone/>
              <a:defRPr sz="1200" b="1">
                <a:solidFill>
                  <a:srgbClr val="0070C0"/>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3" name="Shape 3">
            <a:extLst>
              <a:ext uri="{FF2B5EF4-FFF2-40B4-BE49-F238E27FC236}">
                <a16:creationId xmlns:a16="http://schemas.microsoft.com/office/drawing/2014/main" id="{B0E02CB6-6242-8B4F-E9ED-2424F73EEA9F}"/>
              </a:ext>
            </a:extLst>
          </p:cNvPr>
          <p:cNvSpPr/>
          <p:nvPr userDrawn="1"/>
        </p:nvSpPr>
        <p:spPr>
          <a:xfrm>
            <a:off x="457200" y="1234440"/>
            <a:ext cx="914400" cy="0"/>
          </a:xfrm>
          <a:prstGeom prst="line">
            <a:avLst/>
          </a:prstGeom>
          <a:noFill/>
          <a:ln w="38100">
            <a:solidFill>
              <a:srgbClr val="00A8E6"/>
            </a:solidFill>
            <a:prstDash val="solid"/>
          </a:ln>
        </p:spPr>
        <p:txBody>
          <a:bodyPr/>
          <a:lstStyle/>
          <a:p>
            <a:endParaRPr lang="ja-JP" altLang="en-US"/>
          </a:p>
        </p:txBody>
      </p:sp>
      <p:sp>
        <p:nvSpPr>
          <p:cNvPr id="16" name="Rectangle 35">
            <a:extLst>
              <a:ext uri="{FF2B5EF4-FFF2-40B4-BE49-F238E27FC236}">
                <a16:creationId xmlns:a16="http://schemas.microsoft.com/office/drawing/2014/main" id="{D4D631C2-ED8A-15C5-915E-0BE64E42497C}"/>
              </a:ext>
            </a:extLst>
          </p:cNvPr>
          <p:cNvSpPr/>
          <p:nvPr userDrawn="1"/>
        </p:nvSpPr>
        <p:spPr>
          <a:xfrm>
            <a:off x="0" y="0"/>
            <a:ext cx="12191695" cy="72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コンテンツ プレースホルダー 55">
            <a:extLst>
              <a:ext uri="{FF2B5EF4-FFF2-40B4-BE49-F238E27FC236}">
                <a16:creationId xmlns:a16="http://schemas.microsoft.com/office/drawing/2014/main" id="{0683C0E1-DA8A-EE7F-FB55-CFD653A4BB18}"/>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391937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5" name="スライド番号プレースホルダー 8">
            <a:extLst>
              <a:ext uri="{FF2B5EF4-FFF2-40B4-BE49-F238E27FC236}">
                <a16:creationId xmlns:a16="http://schemas.microsoft.com/office/drawing/2014/main" id="{E34F8C15-2E77-C57B-CF55-C0A99E1EBA9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2495381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最終スライド">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BC1721-93D6-7F2B-8921-5DD357B79065}"/>
              </a:ext>
            </a:extLst>
          </p:cNvPr>
          <p:cNvSpPr/>
          <p:nvPr userDrawn="1"/>
        </p:nvSpPr>
        <p:spPr>
          <a:xfrm>
            <a:off x="0" y="3840480"/>
            <a:ext cx="12191695" cy="30175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a:extLst>
              <a:ext uri="{FF2B5EF4-FFF2-40B4-BE49-F238E27FC236}">
                <a16:creationId xmlns:a16="http://schemas.microsoft.com/office/drawing/2014/main" id="{A76C3186-35FC-3408-4D37-4586EDD08488}"/>
              </a:ext>
            </a:extLst>
          </p:cNvPr>
          <p:cNvSpPr txBox="1"/>
          <p:nvPr userDrawn="1"/>
        </p:nvSpPr>
        <p:spPr>
          <a:xfrm>
            <a:off x="457200" y="1182753"/>
            <a:ext cx="11274552" cy="1109214"/>
          </a:xfrm>
          <a:prstGeom prst="rect">
            <a:avLst/>
          </a:prstGeom>
          <a:noFill/>
        </p:spPr>
        <p:txBody>
          <a:bodyPr wrap="square" lIns="0" tIns="0" rIns="0" bIns="0" anchor="ctr">
            <a:spAutoFit/>
          </a:bodyPr>
          <a:lstStyle/>
          <a:p>
            <a:pPr algn="ctr">
              <a:lnSpc>
                <a:spcPct val="125000"/>
              </a:lnSpc>
            </a:pPr>
            <a:r>
              <a:rPr sz="6400" b="1" dirty="0">
                <a:solidFill>
                  <a:srgbClr val="0A3D62"/>
                </a:solidFill>
                <a:latin typeface="+mn-lt"/>
              </a:rPr>
              <a:t>Thank you.</a:t>
            </a:r>
          </a:p>
        </p:txBody>
      </p:sp>
      <p:sp>
        <p:nvSpPr>
          <p:cNvPr id="6" name="TextBox 3">
            <a:extLst>
              <a:ext uri="{FF2B5EF4-FFF2-40B4-BE49-F238E27FC236}">
                <a16:creationId xmlns:a16="http://schemas.microsoft.com/office/drawing/2014/main" id="{861A40CE-BF53-2C94-0A7D-049A2403DB0A}"/>
              </a:ext>
            </a:extLst>
          </p:cNvPr>
          <p:cNvSpPr txBox="1"/>
          <p:nvPr userDrawn="1"/>
        </p:nvSpPr>
        <p:spPr>
          <a:xfrm>
            <a:off x="457200" y="2468880"/>
            <a:ext cx="11274552" cy="359522"/>
          </a:xfrm>
          <a:prstGeom prst="rect">
            <a:avLst/>
          </a:prstGeom>
          <a:noFill/>
        </p:spPr>
        <p:txBody>
          <a:bodyPr wrap="square" lIns="0" tIns="0" rIns="0" bIns="0" anchor="t">
            <a:spAutoFit/>
          </a:bodyPr>
          <a:lstStyle/>
          <a:p>
            <a:pPr algn="ctr">
              <a:lnSpc>
                <a:spcPct val="125000"/>
              </a:lnSpc>
            </a:pPr>
            <a:r>
              <a:rPr sz="2000" b="0" dirty="0">
                <a:solidFill>
                  <a:srgbClr val="1F2937"/>
                </a:solidFill>
                <a:latin typeface="+mj-ea"/>
                <a:ea typeface="+mj-ea"/>
              </a:rPr>
              <a:t>ご清聴ありがとうございました。</a:t>
            </a:r>
          </a:p>
        </p:txBody>
      </p:sp>
      <p:sp>
        <p:nvSpPr>
          <p:cNvPr id="10" name="Rectangle 4">
            <a:extLst>
              <a:ext uri="{FF2B5EF4-FFF2-40B4-BE49-F238E27FC236}">
                <a16:creationId xmlns:a16="http://schemas.microsoft.com/office/drawing/2014/main" id="{9FA7DD3F-EDCA-0FF7-58CA-A09625313264}"/>
              </a:ext>
            </a:extLst>
          </p:cNvPr>
          <p:cNvSpPr/>
          <p:nvPr userDrawn="1"/>
        </p:nvSpPr>
        <p:spPr>
          <a:xfrm>
            <a:off x="5733288" y="3200400"/>
            <a:ext cx="731520" cy="45720"/>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5">
            <a:extLst>
              <a:ext uri="{FF2B5EF4-FFF2-40B4-BE49-F238E27FC236}">
                <a16:creationId xmlns:a16="http://schemas.microsoft.com/office/drawing/2014/main" id="{D7BAF6BC-2072-52CE-218A-71338896F250}"/>
              </a:ext>
            </a:extLst>
          </p:cNvPr>
          <p:cNvSpPr/>
          <p:nvPr userDrawn="1"/>
        </p:nvSpPr>
        <p:spPr>
          <a:xfrm>
            <a:off x="1371600" y="4206240"/>
            <a:ext cx="9445752" cy="21945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6">
            <a:extLst>
              <a:ext uri="{FF2B5EF4-FFF2-40B4-BE49-F238E27FC236}">
                <a16:creationId xmlns:a16="http://schemas.microsoft.com/office/drawing/2014/main" id="{93C7BDA9-7A09-6783-3614-0BD781D1880A}"/>
              </a:ext>
            </a:extLst>
          </p:cNvPr>
          <p:cNvSpPr txBox="1"/>
          <p:nvPr userDrawn="1"/>
        </p:nvSpPr>
        <p:spPr>
          <a:xfrm>
            <a:off x="1691640" y="4434840"/>
            <a:ext cx="8686800" cy="395493"/>
          </a:xfrm>
          <a:prstGeom prst="rect">
            <a:avLst/>
          </a:prstGeom>
          <a:noFill/>
        </p:spPr>
        <p:txBody>
          <a:bodyPr wrap="square" lIns="0" tIns="0" rIns="0" bIns="0" anchor="t">
            <a:spAutoFit/>
          </a:bodyPr>
          <a:lstStyle/>
          <a:p>
            <a:pPr algn="l">
              <a:lnSpc>
                <a:spcPct val="125000"/>
              </a:lnSpc>
            </a:pPr>
            <a:r>
              <a:rPr lang="ja-JP" altLang="en-US" sz="2200" b="1" dirty="0">
                <a:solidFill>
                  <a:srgbClr val="0A3D62"/>
                </a:solidFill>
                <a:latin typeface="+mn-ea"/>
                <a:ea typeface="+mn-ea"/>
              </a:rPr>
              <a:t>株式会社 アルパイン設計事務所</a:t>
            </a:r>
            <a:endParaRPr sz="2200" b="1" dirty="0">
              <a:solidFill>
                <a:srgbClr val="0A3D62"/>
              </a:solidFill>
              <a:latin typeface="+mn-ea"/>
              <a:ea typeface="+mn-ea"/>
            </a:endParaRPr>
          </a:p>
        </p:txBody>
      </p:sp>
      <p:sp>
        <p:nvSpPr>
          <p:cNvPr id="17" name="Rectangle 7">
            <a:extLst>
              <a:ext uri="{FF2B5EF4-FFF2-40B4-BE49-F238E27FC236}">
                <a16:creationId xmlns:a16="http://schemas.microsoft.com/office/drawing/2014/main" id="{4D61C277-9045-F328-47B3-539A732094C4}"/>
              </a:ext>
            </a:extLst>
          </p:cNvPr>
          <p:cNvSpPr/>
          <p:nvPr userDrawn="1"/>
        </p:nvSpPr>
        <p:spPr>
          <a:xfrm>
            <a:off x="1691640" y="4983480"/>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8">
            <a:extLst>
              <a:ext uri="{FF2B5EF4-FFF2-40B4-BE49-F238E27FC236}">
                <a16:creationId xmlns:a16="http://schemas.microsoft.com/office/drawing/2014/main" id="{523E39DE-E3DD-E236-8E59-A7EEB3599882}"/>
              </a:ext>
            </a:extLst>
          </p:cNvPr>
          <p:cNvSpPr txBox="1"/>
          <p:nvPr userDrawn="1"/>
        </p:nvSpPr>
        <p:spPr>
          <a:xfrm>
            <a:off x="1691640" y="5166360"/>
            <a:ext cx="4114800" cy="215765"/>
          </a:xfrm>
          <a:prstGeom prst="rect">
            <a:avLst/>
          </a:prstGeom>
          <a:noFill/>
        </p:spPr>
        <p:txBody>
          <a:bodyPr wrap="square" lIns="0" tIns="0" rIns="0" bIns="0" anchor="t">
            <a:spAutoFit/>
          </a:bodyPr>
          <a:lstStyle/>
          <a:p>
            <a:pPr algn="l">
              <a:lnSpc>
                <a:spcPct val="125000"/>
              </a:lnSpc>
            </a:pPr>
            <a:r>
              <a:rPr sz="1200" b="1" dirty="0">
                <a:solidFill>
                  <a:srgbClr val="00A8E6"/>
                </a:solidFill>
                <a:latin typeface="+mn-ea"/>
                <a:ea typeface="+mn-ea"/>
              </a:rPr>
              <a:t>■</a:t>
            </a:r>
            <a:r>
              <a:rPr lang="ja-JP" altLang="en-US" sz="1200" b="1" dirty="0">
                <a:solidFill>
                  <a:srgbClr val="00A8E6"/>
                </a:solidFill>
                <a:latin typeface="+mn-ea"/>
                <a:ea typeface="+mn-ea"/>
              </a:rPr>
              <a:t> 金石本社</a:t>
            </a:r>
            <a:endParaRPr sz="1200" b="1" dirty="0">
              <a:solidFill>
                <a:srgbClr val="00A8E6"/>
              </a:solidFill>
              <a:latin typeface="+mn-ea"/>
              <a:ea typeface="+mn-ea"/>
            </a:endParaRPr>
          </a:p>
        </p:txBody>
      </p:sp>
      <p:sp>
        <p:nvSpPr>
          <p:cNvPr id="21" name="TextBox 11">
            <a:extLst>
              <a:ext uri="{FF2B5EF4-FFF2-40B4-BE49-F238E27FC236}">
                <a16:creationId xmlns:a16="http://schemas.microsoft.com/office/drawing/2014/main" id="{D11AEF3F-2467-563E-5E97-CF56FDB96122}"/>
              </a:ext>
            </a:extLst>
          </p:cNvPr>
          <p:cNvSpPr txBox="1"/>
          <p:nvPr userDrawn="1"/>
        </p:nvSpPr>
        <p:spPr>
          <a:xfrm>
            <a:off x="6400800" y="5166360"/>
            <a:ext cx="4114800" cy="215765"/>
          </a:xfrm>
          <a:prstGeom prst="rect">
            <a:avLst/>
          </a:prstGeom>
          <a:noFill/>
        </p:spPr>
        <p:txBody>
          <a:bodyPr wrap="square" lIns="0" tIns="0" rIns="0" bIns="0" anchor="t">
            <a:spAutoFit/>
          </a:bodyPr>
          <a:lstStyle/>
          <a:p>
            <a:pPr algn="l">
              <a:lnSpc>
                <a:spcPct val="125000"/>
              </a:lnSpc>
            </a:pPr>
            <a:r>
              <a:rPr sz="1200" b="1">
                <a:solidFill>
                  <a:srgbClr val="00A8E6"/>
                </a:solidFill>
                <a:latin typeface="+mn-ea"/>
                <a:ea typeface="+mn-ea"/>
              </a:rPr>
              <a:t>■ 小矢部事務所</a:t>
            </a:r>
          </a:p>
        </p:txBody>
      </p:sp>
      <p:pic>
        <p:nvPicPr>
          <p:cNvPr id="24" name="図 23">
            <a:extLst>
              <a:ext uri="{FF2B5EF4-FFF2-40B4-BE49-F238E27FC236}">
                <a16:creationId xmlns:a16="http://schemas.microsoft.com/office/drawing/2014/main" id="{F7C33A59-B42F-91B1-2F9C-878473A282B2}"/>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9554022" y="4394615"/>
            <a:ext cx="1090555" cy="484017"/>
          </a:xfrm>
          <a:prstGeom prst="rect">
            <a:avLst/>
          </a:prstGeom>
          <a:effectLst>
            <a:glow>
              <a:schemeClr val="bg1"/>
            </a:glow>
          </a:effectLst>
        </p:spPr>
      </p:pic>
      <p:sp>
        <p:nvSpPr>
          <p:cNvPr id="25" name="テキスト ボックス 24">
            <a:extLst>
              <a:ext uri="{FF2B5EF4-FFF2-40B4-BE49-F238E27FC236}">
                <a16:creationId xmlns:a16="http://schemas.microsoft.com/office/drawing/2014/main" id="{94BDC41E-A9A8-8CD5-68F4-58D64142BE20}"/>
              </a:ext>
            </a:extLst>
          </p:cNvPr>
          <p:cNvSpPr txBox="1"/>
          <p:nvPr userDrawn="1"/>
        </p:nvSpPr>
        <p:spPr>
          <a:xfrm>
            <a:off x="1691640" y="5486400"/>
            <a:ext cx="3204723" cy="261610"/>
          </a:xfrm>
          <a:prstGeom prst="rect">
            <a:avLst/>
          </a:prstGeom>
          <a:noFill/>
        </p:spPr>
        <p:txBody>
          <a:bodyPr wrap="none" rtlCol="0">
            <a:spAutoFit/>
          </a:bodyPr>
          <a:lstStyle/>
          <a:p>
            <a:r>
              <a:rPr kumimoji="1" lang="ja-JP" altLang="en-US" sz="1100" dirty="0"/>
              <a:t>〒</a:t>
            </a:r>
            <a:r>
              <a:rPr kumimoji="1" lang="en-US" altLang="ja-JP" sz="1100" dirty="0"/>
              <a:t>920-0336</a:t>
            </a:r>
            <a:r>
              <a:rPr kumimoji="1" lang="ja-JP" altLang="en-US" sz="1100" dirty="0"/>
              <a:t> 石川県金沢市金石本町ハ１３番地２</a:t>
            </a:r>
          </a:p>
        </p:txBody>
      </p:sp>
      <p:sp>
        <p:nvSpPr>
          <p:cNvPr id="26" name="テキスト ボックス 25">
            <a:extLst>
              <a:ext uri="{FF2B5EF4-FFF2-40B4-BE49-F238E27FC236}">
                <a16:creationId xmlns:a16="http://schemas.microsoft.com/office/drawing/2014/main" id="{DE2A9F2B-0B5C-392B-AFEE-E738FCE5AD70}"/>
              </a:ext>
            </a:extLst>
          </p:cNvPr>
          <p:cNvSpPr txBox="1"/>
          <p:nvPr userDrawn="1"/>
        </p:nvSpPr>
        <p:spPr>
          <a:xfrm>
            <a:off x="6400800" y="5486400"/>
            <a:ext cx="2922595" cy="261610"/>
          </a:xfrm>
          <a:prstGeom prst="rect">
            <a:avLst/>
          </a:prstGeom>
          <a:noFill/>
        </p:spPr>
        <p:txBody>
          <a:bodyPr wrap="none" rtlCol="0">
            <a:spAutoFit/>
          </a:bodyPr>
          <a:lstStyle/>
          <a:p>
            <a:r>
              <a:rPr kumimoji="1" lang="ja-JP" altLang="en-US" sz="1100" dirty="0"/>
              <a:t>〒</a:t>
            </a:r>
            <a:r>
              <a:rPr kumimoji="1" lang="en-US" altLang="ja-JP" sz="1100" dirty="0"/>
              <a:t>932-0132</a:t>
            </a:r>
            <a:r>
              <a:rPr kumimoji="1" lang="ja-JP" altLang="en-US" sz="1100" dirty="0"/>
              <a:t> 富山県小矢部市小森谷１９番地</a:t>
            </a:r>
          </a:p>
        </p:txBody>
      </p:sp>
      <p:sp>
        <p:nvSpPr>
          <p:cNvPr id="27" name="テキスト ボックス 26">
            <a:extLst>
              <a:ext uri="{FF2B5EF4-FFF2-40B4-BE49-F238E27FC236}">
                <a16:creationId xmlns:a16="http://schemas.microsoft.com/office/drawing/2014/main" id="{73DFDEB9-B4E2-8305-A9E5-B26B232CAC63}"/>
              </a:ext>
            </a:extLst>
          </p:cNvPr>
          <p:cNvSpPr txBox="1"/>
          <p:nvPr userDrawn="1"/>
        </p:nvSpPr>
        <p:spPr>
          <a:xfrm>
            <a:off x="169164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a:t>
            </a:r>
            <a:r>
              <a:rPr kumimoji="1" lang="ja-JP" altLang="en-US" sz="1100" dirty="0"/>
              <a:t> </a:t>
            </a:r>
            <a:r>
              <a:rPr kumimoji="1" lang="en-US" altLang="ja-JP" sz="1100" dirty="0"/>
              <a:t>) 266-3467</a:t>
            </a:r>
            <a:endParaRPr kumimoji="1" lang="ja-JP" altLang="en-US" sz="1100" dirty="0"/>
          </a:p>
        </p:txBody>
      </p:sp>
      <p:sp>
        <p:nvSpPr>
          <p:cNvPr id="29" name="テキスト ボックス 28">
            <a:extLst>
              <a:ext uri="{FF2B5EF4-FFF2-40B4-BE49-F238E27FC236}">
                <a16:creationId xmlns:a16="http://schemas.microsoft.com/office/drawing/2014/main" id="{6EE78410-AC80-F986-CA08-D27FFD5E0C0F}"/>
              </a:ext>
            </a:extLst>
          </p:cNvPr>
          <p:cNvSpPr txBox="1"/>
          <p:nvPr userDrawn="1"/>
        </p:nvSpPr>
        <p:spPr>
          <a:xfrm>
            <a:off x="640080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( 0766</a:t>
            </a:r>
            <a:r>
              <a:rPr kumimoji="1" lang="ja-JP" altLang="en-US" sz="1100" dirty="0"/>
              <a:t> </a:t>
            </a:r>
            <a:r>
              <a:rPr kumimoji="1" lang="en-US" altLang="ja-JP" sz="1100" dirty="0"/>
              <a:t>) 69-7888</a:t>
            </a:r>
            <a:endParaRPr kumimoji="1" lang="ja-JP" altLang="en-US" sz="1100" dirty="0"/>
          </a:p>
        </p:txBody>
      </p:sp>
    </p:spTree>
    <p:extLst>
      <p:ext uri="{BB962C8B-B14F-4D97-AF65-F5344CB8AC3E}">
        <p14:creationId xmlns:p14="http://schemas.microsoft.com/office/powerpoint/2010/main" val="51230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532329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13794" y="4289374"/>
            <a:ext cx="10364432" cy="81161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05748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913774" y="609599"/>
            <a:ext cx="10364452" cy="3427245"/>
          </a:xfrm>
        </p:spPr>
        <p:txBody>
          <a:bodyPr anchor="ctr"/>
          <a:lstStyle>
            <a:lvl1pPr algn="ct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077263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15" name="Title 1"/>
          <p:cNvSpPr>
            <a:spLocks noGrp="1"/>
          </p:cNvSpPr>
          <p:nvPr>
            <p:ph type="title"/>
          </p:nvPr>
        </p:nvSpPr>
        <p:spPr>
          <a:xfrm>
            <a:off x="913774" y="609600"/>
            <a:ext cx="10364452" cy="1605094"/>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257993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30" name="Title 1"/>
          <p:cNvSpPr>
            <a:spLocks noGrp="1"/>
          </p:cNvSpPr>
          <p:nvPr>
            <p:ph type="title"/>
          </p:nvPr>
        </p:nvSpPr>
        <p:spPr>
          <a:xfrm>
            <a:off x="913774" y="610772"/>
            <a:ext cx="10364452" cy="1603922"/>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2987909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11487677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ja-JP" altLang="en-US"/>
              <a:t>マスター タイトルの書式設定</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6018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cap="none" baseline="0">
                <a:solidFill>
                  <a:schemeClr val="tx1"/>
                </a:solidFill>
              </a:defRPr>
            </a:lvl1pPr>
          </a:lstStyle>
          <a:p>
            <a:endParaRPr kumimoji="1" lang="ja-JP" alt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cap="none" baseline="0">
                <a:solidFill>
                  <a:schemeClr val="tx1"/>
                </a:solidFill>
              </a:defRPr>
            </a:lvl1pPr>
          </a:lstStyle>
          <a:p>
            <a:endParaRPr kumimoji="1" lang="ja-JP" alt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cap="none" baseline="0">
                <a:solidFill>
                  <a:schemeClr val="tx1"/>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3852565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9" r:id="rId4"/>
    <p:sldLayoutId id="2147483668" r:id="rId5"/>
    <p:sldLayoutId id="2147483678" r:id="rId6"/>
    <p:sldLayoutId id="2147483667" r:id="rId7"/>
    <p:sldLayoutId id="2147483665" r:id="rId8"/>
    <p:sldLayoutId id="2147483666" r:id="rId9"/>
    <p:sldLayoutId id="2147483670" r:id="rId10"/>
    <p:sldLayoutId id="2147483671" r:id="rId11"/>
    <p:sldLayoutId id="2147483674" r:id="rId12"/>
    <p:sldLayoutId id="2147483675" r:id="rId13"/>
    <p:sldLayoutId id="2147483676" r:id="rId14"/>
    <p:sldLayoutId id="2147483677" r:id="rId15"/>
  </p:sldLayoutIdLst>
  <p:hf hdr="0" ftr="0" dt="0"/>
  <p:txStyles>
    <p:titleStyle>
      <a:lvl1pPr algn="ctr" defTabSz="914400" rtl="0" eaLnBrk="1" latinLnBrk="0" hangingPunct="1">
        <a:lnSpc>
          <a:spcPct val="90000"/>
        </a:lnSpc>
        <a:spcBef>
          <a:spcPct val="0"/>
        </a:spcBef>
        <a:buNone/>
        <a:defRPr kumimoji="1" sz="3600" kern="1200" cap="none"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kumimoji="1" sz="2000" kern="1200" cap="none"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kumimoji="1" sz="1600" kern="1200" cap="none"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タイトル 13">
            <a:extLst>
              <a:ext uri="{FF2B5EF4-FFF2-40B4-BE49-F238E27FC236}">
                <a16:creationId xmlns:a16="http://schemas.microsoft.com/office/drawing/2014/main" id="{FE0E4F61-2198-454E-25D7-A19925D773BF}"/>
              </a:ext>
            </a:extLst>
          </p:cNvPr>
          <p:cNvSpPr>
            <a:spLocks noGrp="1"/>
          </p:cNvSpPr>
          <p:nvPr>
            <p:ph type="ctrTitle"/>
          </p:nvPr>
        </p:nvSpPr>
        <p:spPr/>
        <p:txBody>
          <a:bodyPr/>
          <a:lstStyle/>
          <a:p>
            <a:r>
              <a:rPr lang="en-US" altLang="ja-JP" b="0" dirty="0"/>
              <a:t>PowerPoint</a:t>
            </a:r>
            <a:r>
              <a:rPr lang="ja-JP" altLang="en-US" b="0" dirty="0"/>
              <a:t>フォーマット</a:t>
            </a:r>
          </a:p>
        </p:txBody>
      </p:sp>
      <p:sp>
        <p:nvSpPr>
          <p:cNvPr id="15" name="字幕 14">
            <a:extLst>
              <a:ext uri="{FF2B5EF4-FFF2-40B4-BE49-F238E27FC236}">
                <a16:creationId xmlns:a16="http://schemas.microsoft.com/office/drawing/2014/main" id="{87F84FC4-9063-EA94-3D33-CE23292ED9D7}"/>
              </a:ext>
            </a:extLst>
          </p:cNvPr>
          <p:cNvSpPr>
            <a:spLocks noGrp="1"/>
          </p:cNvSpPr>
          <p:nvPr>
            <p:ph type="subTitle" idx="1"/>
          </p:nvPr>
        </p:nvSpPr>
        <p:spPr/>
        <p:txBody>
          <a:bodyPr/>
          <a:lstStyle/>
          <a:p>
            <a:r>
              <a:rPr lang="ja-JP" altLang="en-US" dirty="0"/>
              <a:t>資料作成時の注意事項</a:t>
            </a:r>
          </a:p>
        </p:txBody>
      </p:sp>
      <p:sp>
        <p:nvSpPr>
          <p:cNvPr id="16" name="テキスト プレースホルダー 15">
            <a:extLst>
              <a:ext uri="{FF2B5EF4-FFF2-40B4-BE49-F238E27FC236}">
                <a16:creationId xmlns:a16="http://schemas.microsoft.com/office/drawing/2014/main" id="{2B027C35-BA90-0636-496D-71C5C4ED1536}"/>
              </a:ext>
            </a:extLst>
          </p:cNvPr>
          <p:cNvSpPr>
            <a:spLocks noGrp="1"/>
          </p:cNvSpPr>
          <p:nvPr>
            <p:ph type="body" sz="quarter" idx="10"/>
          </p:nvPr>
        </p:nvSpPr>
        <p:spPr/>
        <p:txBody>
          <a:bodyPr/>
          <a:lstStyle/>
          <a:p>
            <a:r>
              <a:rPr lang="en-US" altLang="ja-JP" dirty="0"/>
              <a:t>2026.05.12</a:t>
            </a:r>
            <a:r>
              <a:rPr lang="ja-JP" altLang="en-US" dirty="0"/>
              <a:t>　</a:t>
            </a:r>
            <a:r>
              <a:rPr lang="en-US" altLang="ja-JP" dirty="0"/>
              <a:t>/</a:t>
            </a:r>
            <a:r>
              <a:rPr lang="ja-JP" altLang="en-US" dirty="0"/>
              <a:t>　</a:t>
            </a:r>
            <a:r>
              <a:rPr lang="en-US" altLang="ja-JP" dirty="0"/>
              <a:t>DX</a:t>
            </a:r>
            <a:r>
              <a:rPr lang="ja-JP" altLang="en-US" dirty="0"/>
              <a:t>技術部　</a:t>
            </a:r>
            <a:r>
              <a:rPr lang="en-US" altLang="ja-JP" dirty="0"/>
              <a:t>/</a:t>
            </a:r>
            <a:r>
              <a:rPr lang="ja-JP" altLang="en-US" dirty="0"/>
              <a:t>　薮内　裕之</a:t>
            </a:r>
          </a:p>
        </p:txBody>
      </p:sp>
    </p:spTree>
    <p:extLst>
      <p:ext uri="{BB962C8B-B14F-4D97-AF65-F5344CB8AC3E}">
        <p14:creationId xmlns:p14="http://schemas.microsoft.com/office/powerpoint/2010/main" val="1441522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C264101F-5D24-5A16-E681-1190543D807F}"/>
              </a:ext>
            </a:extLst>
          </p:cNvPr>
          <p:cNvSpPr>
            <a:spLocks noGrp="1"/>
          </p:cNvSpPr>
          <p:nvPr>
            <p:ph type="title"/>
          </p:nvPr>
        </p:nvSpPr>
        <p:spPr/>
        <p:txBody>
          <a:bodyPr>
            <a:noAutofit/>
          </a:bodyPr>
          <a:lstStyle/>
          <a:p>
            <a:r>
              <a:rPr lang="ja-JP" altLang="en-US" sz="3200" dirty="0"/>
              <a:t>フォントについて１</a:t>
            </a:r>
          </a:p>
        </p:txBody>
      </p:sp>
      <p:sp>
        <p:nvSpPr>
          <p:cNvPr id="8" name="テキスト プレースホルダー 7">
            <a:extLst>
              <a:ext uri="{FF2B5EF4-FFF2-40B4-BE49-F238E27FC236}">
                <a16:creationId xmlns:a16="http://schemas.microsoft.com/office/drawing/2014/main" id="{1BCEF306-508C-C73C-EF4A-7C10131DD082}"/>
              </a:ext>
            </a:extLst>
          </p:cNvPr>
          <p:cNvSpPr>
            <a:spLocks noGrp="1"/>
          </p:cNvSpPr>
          <p:nvPr>
            <p:ph type="body" sz="quarter" idx="17"/>
          </p:nvPr>
        </p:nvSpPr>
        <p:spPr/>
        <p:txBody>
          <a:bodyPr/>
          <a:lstStyle/>
          <a:p>
            <a:r>
              <a:rPr lang="ja-JP" altLang="en-US" dirty="0"/>
              <a:t>全角・半角英数字の文字フォントの指定</a:t>
            </a:r>
          </a:p>
        </p:txBody>
      </p:sp>
      <p:sp>
        <p:nvSpPr>
          <p:cNvPr id="9" name="コンテンツ プレースホルダー 8">
            <a:extLst>
              <a:ext uri="{FF2B5EF4-FFF2-40B4-BE49-F238E27FC236}">
                <a16:creationId xmlns:a16="http://schemas.microsoft.com/office/drawing/2014/main" id="{8517A452-78D9-1640-1321-40C3A669E9E0}"/>
              </a:ext>
            </a:extLst>
          </p:cNvPr>
          <p:cNvSpPr>
            <a:spLocks noGrp="1"/>
          </p:cNvSpPr>
          <p:nvPr>
            <p:ph sz="quarter" idx="18"/>
          </p:nvPr>
        </p:nvSpPr>
        <p:spPr/>
        <p:txBody>
          <a:bodyPr/>
          <a:lstStyle/>
          <a:p>
            <a:r>
              <a:rPr lang="ja-JP" altLang="en-US" dirty="0"/>
              <a:t>フォントの種類</a:t>
            </a:r>
            <a:endParaRPr lang="en-US" altLang="ja-JP" dirty="0"/>
          </a:p>
          <a:p>
            <a:pPr lvl="1"/>
            <a:r>
              <a:rPr lang="ja-JP" altLang="en-US" dirty="0"/>
              <a:t>全角文字「游ゴシック </a:t>
            </a:r>
            <a:r>
              <a:rPr lang="en-US" altLang="ja-JP" dirty="0"/>
              <a:t>Medium</a:t>
            </a:r>
            <a:r>
              <a:rPr lang="ja-JP" altLang="en-US" dirty="0"/>
              <a:t>」</a:t>
            </a:r>
            <a:endParaRPr lang="en-US" altLang="ja-JP" dirty="0"/>
          </a:p>
          <a:p>
            <a:pPr lvl="1"/>
            <a:r>
              <a:rPr lang="ja-JP" altLang="en-US" dirty="0"/>
              <a:t>半角英数字「</a:t>
            </a:r>
            <a:r>
              <a:rPr lang="en-US" altLang="ja-JP" dirty="0"/>
              <a:t>Segoe UI</a:t>
            </a:r>
            <a:r>
              <a:rPr lang="ja-JP" altLang="en-US" dirty="0"/>
              <a:t>」</a:t>
            </a:r>
            <a:endParaRPr lang="en-US" altLang="ja-JP" dirty="0"/>
          </a:p>
          <a:p>
            <a:r>
              <a:rPr lang="ja-JP" altLang="en-US" dirty="0"/>
              <a:t>フォントの大きさ</a:t>
            </a:r>
            <a:endParaRPr lang="en-US" altLang="ja-JP" dirty="0"/>
          </a:p>
          <a:p>
            <a:pPr lvl="1"/>
            <a:r>
              <a:rPr lang="ja-JP" altLang="en-US" dirty="0"/>
              <a:t>見出し スライドタイトル </a:t>
            </a:r>
            <a:r>
              <a:rPr lang="en-US" altLang="ja-JP" dirty="0"/>
              <a:t>36pt</a:t>
            </a:r>
          </a:p>
          <a:p>
            <a:pPr lvl="2"/>
            <a:r>
              <a:rPr lang="ja-JP" altLang="en-US" dirty="0"/>
              <a:t>入りきらない場合は</a:t>
            </a:r>
            <a:r>
              <a:rPr lang="en-US" altLang="ja-JP" dirty="0"/>
              <a:t>28pt</a:t>
            </a:r>
            <a:r>
              <a:rPr lang="ja-JP" altLang="en-US" dirty="0"/>
              <a:t>まで縮小可</a:t>
            </a:r>
            <a:endParaRPr lang="en-US" altLang="ja-JP" dirty="0"/>
          </a:p>
          <a:p>
            <a:pPr lvl="1"/>
            <a:r>
              <a:rPr lang="ja-JP" altLang="en-US" dirty="0"/>
              <a:t>テキストボックス 特に指定なし</a:t>
            </a:r>
            <a:endParaRPr lang="en-US" altLang="ja-JP" dirty="0"/>
          </a:p>
          <a:p>
            <a:pPr lvl="1"/>
            <a:r>
              <a:rPr lang="ja-JP" altLang="en-US" dirty="0"/>
              <a:t>本文は基本 </a:t>
            </a:r>
            <a:r>
              <a:rPr lang="en-US" altLang="ja-JP" dirty="0"/>
              <a:t>18pt</a:t>
            </a:r>
            <a:r>
              <a:rPr lang="ja-JP" altLang="en-US" dirty="0"/>
              <a:t>以上</a:t>
            </a:r>
            <a:endParaRPr lang="en-US" altLang="ja-JP" dirty="0"/>
          </a:p>
          <a:p>
            <a:pPr lvl="2"/>
            <a:r>
              <a:rPr lang="ja-JP" altLang="en-US" dirty="0"/>
              <a:t>読み物としての資料であれば</a:t>
            </a:r>
            <a:r>
              <a:rPr lang="en-US" altLang="ja-JP" dirty="0"/>
              <a:t>16pt</a:t>
            </a:r>
            <a:r>
              <a:rPr lang="ja-JP" altLang="en-US" dirty="0"/>
              <a:t>以下も可</a:t>
            </a:r>
            <a:endParaRPr lang="en-US" altLang="ja-JP" dirty="0"/>
          </a:p>
        </p:txBody>
      </p:sp>
      <p:sp>
        <p:nvSpPr>
          <p:cNvPr id="10" name="スライド番号プレースホルダー 9">
            <a:extLst>
              <a:ext uri="{FF2B5EF4-FFF2-40B4-BE49-F238E27FC236}">
                <a16:creationId xmlns:a16="http://schemas.microsoft.com/office/drawing/2014/main" id="{9B73FA3E-4B82-B1D2-7D67-AD49D8CD87F7}"/>
              </a:ext>
            </a:extLst>
          </p:cNvPr>
          <p:cNvSpPr>
            <a:spLocks noGrp="1"/>
          </p:cNvSpPr>
          <p:nvPr>
            <p:ph type="sldNum" sz="quarter" idx="16"/>
          </p:nvPr>
        </p:nvSpPr>
        <p:spPr/>
        <p:txBody>
          <a:bodyPr/>
          <a:lstStyle/>
          <a:p>
            <a:fld id="{7744AD22-693D-4773-9028-20E660F2F223}" type="slidenum">
              <a:rPr kumimoji="1" lang="ja-JP" altLang="en-US" smtClean="0"/>
              <a:pPr/>
              <a:t>2</a:t>
            </a:fld>
            <a:endParaRPr kumimoji="1" lang="ja-JP" altLang="en-US" dirty="0"/>
          </a:p>
        </p:txBody>
      </p:sp>
    </p:spTree>
    <p:extLst>
      <p:ext uri="{BB962C8B-B14F-4D97-AF65-F5344CB8AC3E}">
        <p14:creationId xmlns:p14="http://schemas.microsoft.com/office/powerpoint/2010/main" val="267024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4">
            <a:extLst>
              <a:ext uri="{FF2B5EF4-FFF2-40B4-BE49-F238E27FC236}">
                <a16:creationId xmlns:a16="http://schemas.microsoft.com/office/drawing/2014/main" id="{1D1AD7A1-370A-E110-28C0-1D621872B88C}"/>
              </a:ext>
            </a:extLst>
          </p:cNvPr>
          <p:cNvSpPr>
            <a:spLocks noGrp="1"/>
          </p:cNvSpPr>
          <p:nvPr>
            <p:ph sz="quarter" idx="18"/>
          </p:nvPr>
        </p:nvSpPr>
        <p:spPr/>
        <p:txBody>
          <a:bodyPr/>
          <a:lstStyle/>
          <a:p>
            <a:r>
              <a:rPr lang="ja-JP" altLang="en-US" dirty="0"/>
              <a:t>文字色</a:t>
            </a:r>
            <a:endParaRPr lang="en-US" altLang="ja-JP" dirty="0"/>
          </a:p>
          <a:p>
            <a:pPr lvl="1"/>
            <a:r>
              <a:rPr lang="ja-JP" altLang="en-US" dirty="0"/>
              <a:t>タイトル・本文・テキストボックスの色は下図を使用</a:t>
            </a:r>
            <a:endParaRPr lang="en-US" altLang="ja-JP" dirty="0"/>
          </a:p>
        </p:txBody>
      </p:sp>
      <p:pic>
        <p:nvPicPr>
          <p:cNvPr id="8" name="図 7">
            <a:extLst>
              <a:ext uri="{FF2B5EF4-FFF2-40B4-BE49-F238E27FC236}">
                <a16:creationId xmlns:a16="http://schemas.microsoft.com/office/drawing/2014/main" id="{0C3B453E-03C1-457A-D5B7-DF41CC9D9CC4}"/>
              </a:ext>
            </a:extLst>
          </p:cNvPr>
          <p:cNvPicPr>
            <a:picLocks noChangeAspect="1"/>
          </p:cNvPicPr>
          <p:nvPr/>
        </p:nvPicPr>
        <p:blipFill>
          <a:blip r:embed="rId2"/>
          <a:stretch>
            <a:fillRect/>
          </a:stretch>
        </p:blipFill>
        <p:spPr>
          <a:xfrm>
            <a:off x="566927" y="2628381"/>
            <a:ext cx="6177378" cy="3490072"/>
          </a:xfrm>
          <a:prstGeom prst="rect">
            <a:avLst/>
          </a:prstGeom>
        </p:spPr>
      </p:pic>
      <p:sp>
        <p:nvSpPr>
          <p:cNvPr id="2" name="タイトル 1">
            <a:extLst>
              <a:ext uri="{FF2B5EF4-FFF2-40B4-BE49-F238E27FC236}">
                <a16:creationId xmlns:a16="http://schemas.microsoft.com/office/drawing/2014/main" id="{033A54FF-23E0-D943-AF4A-DD1D5622D309}"/>
              </a:ext>
            </a:extLst>
          </p:cNvPr>
          <p:cNvSpPr>
            <a:spLocks noGrp="1"/>
          </p:cNvSpPr>
          <p:nvPr>
            <p:ph type="title"/>
          </p:nvPr>
        </p:nvSpPr>
        <p:spPr/>
        <p:txBody>
          <a:bodyPr>
            <a:normAutofit fontScale="90000"/>
          </a:bodyPr>
          <a:lstStyle/>
          <a:p>
            <a:r>
              <a:rPr lang="ja-JP" altLang="en-US" dirty="0"/>
              <a:t>フォントについて２</a:t>
            </a:r>
            <a:endParaRPr kumimoji="1" lang="ja-JP" altLang="en-US" dirty="0"/>
          </a:p>
        </p:txBody>
      </p:sp>
      <p:sp>
        <p:nvSpPr>
          <p:cNvPr id="3" name="スライド番号プレースホルダー 2">
            <a:extLst>
              <a:ext uri="{FF2B5EF4-FFF2-40B4-BE49-F238E27FC236}">
                <a16:creationId xmlns:a16="http://schemas.microsoft.com/office/drawing/2014/main" id="{D6CDEBA7-45A1-96CC-5E94-4DF82613674E}"/>
              </a:ext>
            </a:extLst>
          </p:cNvPr>
          <p:cNvSpPr>
            <a:spLocks noGrp="1"/>
          </p:cNvSpPr>
          <p:nvPr>
            <p:ph type="sldNum" sz="quarter" idx="16"/>
          </p:nvPr>
        </p:nvSpPr>
        <p:spPr/>
        <p:txBody>
          <a:bodyPr/>
          <a:lstStyle/>
          <a:p>
            <a:fld id="{7744AD22-693D-4773-9028-20E660F2F223}" type="slidenum">
              <a:rPr kumimoji="1" lang="ja-JP" altLang="en-US" smtClean="0"/>
              <a:pPr/>
              <a:t>3</a:t>
            </a:fld>
            <a:endParaRPr kumimoji="1" lang="ja-JP" altLang="en-US" dirty="0"/>
          </a:p>
        </p:txBody>
      </p:sp>
      <p:sp>
        <p:nvSpPr>
          <p:cNvPr id="4" name="テキスト プレースホルダー 3">
            <a:extLst>
              <a:ext uri="{FF2B5EF4-FFF2-40B4-BE49-F238E27FC236}">
                <a16:creationId xmlns:a16="http://schemas.microsoft.com/office/drawing/2014/main" id="{68C0C76B-D012-BC53-C189-4B020C81A5A0}"/>
              </a:ext>
            </a:extLst>
          </p:cNvPr>
          <p:cNvSpPr>
            <a:spLocks noGrp="1"/>
          </p:cNvSpPr>
          <p:nvPr>
            <p:ph type="body" sz="quarter" idx="17"/>
          </p:nvPr>
        </p:nvSpPr>
        <p:spPr/>
        <p:txBody>
          <a:bodyPr/>
          <a:lstStyle/>
          <a:p>
            <a:r>
              <a:rPr kumimoji="1" lang="ja-JP" altLang="en-US" dirty="0"/>
              <a:t>文字色の指定</a:t>
            </a:r>
          </a:p>
        </p:txBody>
      </p:sp>
      <p:pic>
        <p:nvPicPr>
          <p:cNvPr id="12" name="図 11">
            <a:extLst>
              <a:ext uri="{FF2B5EF4-FFF2-40B4-BE49-F238E27FC236}">
                <a16:creationId xmlns:a16="http://schemas.microsoft.com/office/drawing/2014/main" id="{413EBAA7-DEFD-7A26-A51C-54F3E003F878}"/>
              </a:ext>
            </a:extLst>
          </p:cNvPr>
          <p:cNvPicPr>
            <a:picLocks noChangeAspect="1"/>
          </p:cNvPicPr>
          <p:nvPr/>
        </p:nvPicPr>
        <p:blipFill>
          <a:blip r:embed="rId3"/>
          <a:srcRect b="14341"/>
          <a:stretch>
            <a:fillRect/>
          </a:stretch>
        </p:blipFill>
        <p:spPr>
          <a:xfrm>
            <a:off x="5648333" y="3101439"/>
            <a:ext cx="1616246" cy="2171417"/>
          </a:xfrm>
          <a:prstGeom prst="rect">
            <a:avLst/>
          </a:prstGeom>
        </p:spPr>
      </p:pic>
      <p:pic>
        <p:nvPicPr>
          <p:cNvPr id="15" name="図 14">
            <a:extLst>
              <a:ext uri="{FF2B5EF4-FFF2-40B4-BE49-F238E27FC236}">
                <a16:creationId xmlns:a16="http://schemas.microsoft.com/office/drawing/2014/main" id="{837F7F0F-8812-8B2E-7394-70641F10AB4C}"/>
              </a:ext>
            </a:extLst>
          </p:cNvPr>
          <p:cNvPicPr>
            <a:picLocks noChangeAspect="1"/>
          </p:cNvPicPr>
          <p:nvPr/>
        </p:nvPicPr>
        <p:blipFill>
          <a:blip r:embed="rId4"/>
          <a:stretch>
            <a:fillRect/>
          </a:stretch>
        </p:blipFill>
        <p:spPr>
          <a:xfrm>
            <a:off x="8854867" y="2577177"/>
            <a:ext cx="2216710" cy="2614922"/>
          </a:xfrm>
          <a:prstGeom prst="rect">
            <a:avLst/>
          </a:prstGeom>
        </p:spPr>
      </p:pic>
      <p:pic>
        <p:nvPicPr>
          <p:cNvPr id="24" name="図 23">
            <a:extLst>
              <a:ext uri="{FF2B5EF4-FFF2-40B4-BE49-F238E27FC236}">
                <a16:creationId xmlns:a16="http://schemas.microsoft.com/office/drawing/2014/main" id="{5761317B-F56A-3A8C-914A-8190410C2A80}"/>
              </a:ext>
            </a:extLst>
          </p:cNvPr>
          <p:cNvPicPr>
            <a:picLocks noChangeAspect="1"/>
          </p:cNvPicPr>
          <p:nvPr/>
        </p:nvPicPr>
        <p:blipFill>
          <a:blip r:embed="rId5"/>
          <a:stretch>
            <a:fillRect/>
          </a:stretch>
        </p:blipFill>
        <p:spPr>
          <a:xfrm>
            <a:off x="5083158" y="2470215"/>
            <a:ext cx="2667372" cy="3829584"/>
          </a:xfrm>
          <a:prstGeom prst="rect">
            <a:avLst/>
          </a:prstGeom>
        </p:spPr>
      </p:pic>
      <p:sp>
        <p:nvSpPr>
          <p:cNvPr id="13" name="テキスト ボックス 12">
            <a:extLst>
              <a:ext uri="{FF2B5EF4-FFF2-40B4-BE49-F238E27FC236}">
                <a16:creationId xmlns:a16="http://schemas.microsoft.com/office/drawing/2014/main" id="{3F176C65-215C-4B7A-EE0A-710260CECF42}"/>
              </a:ext>
            </a:extLst>
          </p:cNvPr>
          <p:cNvSpPr txBox="1"/>
          <p:nvPr/>
        </p:nvSpPr>
        <p:spPr>
          <a:xfrm>
            <a:off x="8369797" y="5284136"/>
            <a:ext cx="3775393" cy="1323439"/>
          </a:xfrm>
          <a:prstGeom prst="rect">
            <a:avLst/>
          </a:prstGeom>
          <a:noFill/>
          <a:ln>
            <a:noFill/>
          </a:ln>
        </p:spPr>
        <p:txBody>
          <a:bodyPr wrap="none" rtlCol="0">
            <a:spAutoFit/>
          </a:bodyPr>
          <a:lstStyle/>
          <a:p>
            <a:r>
              <a:rPr kumimoji="1" lang="ja-JP" altLang="en-US" sz="2000" dirty="0"/>
              <a:t>最近使用した色で</a:t>
            </a:r>
            <a:endParaRPr kumimoji="1" lang="en-US" altLang="ja-JP" sz="2000" dirty="0"/>
          </a:p>
          <a:p>
            <a:r>
              <a:rPr kumimoji="1" lang="ja-JP" altLang="en-US" sz="2000" dirty="0">
                <a:solidFill>
                  <a:srgbClr val="00A8E6"/>
                </a:solidFill>
              </a:rPr>
              <a:t>本文第</a:t>
            </a:r>
            <a:r>
              <a:rPr kumimoji="1" lang="en-US" altLang="ja-JP" sz="2000" dirty="0">
                <a:solidFill>
                  <a:srgbClr val="00A8E6"/>
                </a:solidFill>
              </a:rPr>
              <a:t>1</a:t>
            </a:r>
            <a:r>
              <a:rPr kumimoji="1" lang="ja-JP" altLang="en-US" sz="2000" dirty="0">
                <a:solidFill>
                  <a:srgbClr val="00A8E6"/>
                </a:solidFill>
              </a:rPr>
              <a:t>レベル</a:t>
            </a:r>
            <a:r>
              <a:rPr kumimoji="1" lang="ja-JP" altLang="en-US" sz="2000" dirty="0"/>
              <a:t>の色がない場合</a:t>
            </a:r>
            <a:endParaRPr kumimoji="1" lang="en-US" altLang="ja-JP" sz="2000" dirty="0"/>
          </a:p>
          <a:p>
            <a:r>
              <a:rPr kumimoji="1" lang="ja-JP" altLang="en-US" sz="2000" dirty="0"/>
              <a:t>上図のように作成が必要</a:t>
            </a:r>
            <a:endParaRPr kumimoji="1" lang="en-US" altLang="ja-JP" sz="2000" dirty="0"/>
          </a:p>
          <a:p>
            <a:r>
              <a:rPr kumimoji="1" lang="ja-JP" altLang="en-US" sz="2000" dirty="0"/>
              <a:t>“</a:t>
            </a:r>
            <a:r>
              <a:rPr kumimoji="1" lang="en-US" altLang="ja-JP" sz="2000" dirty="0"/>
              <a:t>Hex(</a:t>
            </a:r>
            <a:r>
              <a:rPr kumimoji="1" lang="en-US" altLang="ja-JP" sz="2000" u="sng" dirty="0"/>
              <a:t>H</a:t>
            </a:r>
            <a:r>
              <a:rPr kumimoji="1" lang="en-US" altLang="ja-JP" sz="2000" dirty="0"/>
              <a:t>)</a:t>
            </a:r>
            <a:r>
              <a:rPr kumimoji="1" lang="ja-JP" altLang="en-US" sz="2000" dirty="0"/>
              <a:t>”</a:t>
            </a:r>
            <a:r>
              <a:rPr kumimoji="1" lang="en-US" altLang="ja-JP" sz="2000" dirty="0"/>
              <a:t>: #00A8E6</a:t>
            </a:r>
            <a:r>
              <a:rPr kumimoji="1" lang="ja-JP" altLang="en-US" sz="2000" dirty="0"/>
              <a:t> </a:t>
            </a:r>
          </a:p>
        </p:txBody>
      </p:sp>
      <p:cxnSp>
        <p:nvCxnSpPr>
          <p:cNvPr id="11" name="直線矢印コネクタ 10">
            <a:extLst>
              <a:ext uri="{FF2B5EF4-FFF2-40B4-BE49-F238E27FC236}">
                <a16:creationId xmlns:a16="http://schemas.microsoft.com/office/drawing/2014/main" id="{00796636-8D29-B5D1-D2F7-404DB6800D6B}"/>
              </a:ext>
            </a:extLst>
          </p:cNvPr>
          <p:cNvCxnSpPr>
            <a:cxnSpLocks/>
          </p:cNvCxnSpPr>
          <p:nvPr/>
        </p:nvCxnSpPr>
        <p:spPr>
          <a:xfrm flipH="1" flipV="1">
            <a:off x="2801566" y="2986391"/>
            <a:ext cx="3190672" cy="972766"/>
          </a:xfrm>
          <a:prstGeom prst="straightConnector1">
            <a:avLst/>
          </a:prstGeom>
          <a:ln>
            <a:solidFill>
              <a:schemeClr val="tx1"/>
            </a:solidFill>
            <a:tailEnd type="triangle"/>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37C8A8BA-D959-0084-E143-77201FC99383}"/>
              </a:ext>
            </a:extLst>
          </p:cNvPr>
          <p:cNvCxnSpPr>
            <a:cxnSpLocks/>
          </p:cNvCxnSpPr>
          <p:nvPr/>
        </p:nvCxnSpPr>
        <p:spPr>
          <a:xfrm flipH="1" flipV="1">
            <a:off x="2315183" y="3472774"/>
            <a:ext cx="2898843" cy="2062264"/>
          </a:xfrm>
          <a:prstGeom prst="straightConnector1">
            <a:avLst/>
          </a:prstGeom>
          <a:ln>
            <a:solidFill>
              <a:schemeClr val="tx1"/>
            </a:solidFill>
            <a:tailEnd type="triangle"/>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2CB0D9B8-9861-F206-2DE3-FD892E38B3B4}"/>
              </a:ext>
            </a:extLst>
          </p:cNvPr>
          <p:cNvCxnSpPr>
            <a:cxnSpLocks/>
          </p:cNvCxnSpPr>
          <p:nvPr/>
        </p:nvCxnSpPr>
        <p:spPr>
          <a:xfrm flipH="1" flipV="1">
            <a:off x="2538919" y="3180945"/>
            <a:ext cx="2947481" cy="340468"/>
          </a:xfrm>
          <a:prstGeom prst="straightConnector1">
            <a:avLst/>
          </a:prstGeom>
          <a:ln>
            <a:solidFill>
              <a:schemeClr val="tx1"/>
            </a:solidFill>
            <a:tailEnd type="triangle"/>
          </a:ln>
          <a:effectLst>
            <a:glow rad="38100">
              <a:schemeClr val="bg1"/>
            </a:glow>
          </a:effectLst>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4594ACD5-C16B-0B05-7B8A-3FF301828CCD}"/>
              </a:ext>
            </a:extLst>
          </p:cNvPr>
          <p:cNvCxnSpPr>
            <a:cxnSpLocks/>
          </p:cNvCxnSpPr>
          <p:nvPr/>
        </p:nvCxnSpPr>
        <p:spPr>
          <a:xfrm flipH="1">
            <a:off x="3433864" y="3988340"/>
            <a:ext cx="2568102" cy="836579"/>
          </a:xfrm>
          <a:prstGeom prst="straightConnector1">
            <a:avLst/>
          </a:prstGeom>
          <a:ln>
            <a:solidFill>
              <a:schemeClr val="tx1"/>
            </a:solidFill>
            <a:tailEnd type="triangle"/>
          </a:ln>
          <a:effectLst>
            <a:glow rad="38100">
              <a:schemeClr val="bg1"/>
            </a:glow>
          </a:effectLst>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B598D31B-3F4B-E865-A9D9-931ED27D0289}"/>
              </a:ext>
            </a:extLst>
          </p:cNvPr>
          <p:cNvSpPr/>
          <p:nvPr/>
        </p:nvSpPr>
        <p:spPr>
          <a:xfrm>
            <a:off x="5155660" y="5749047"/>
            <a:ext cx="1147863" cy="27237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矢印コネクタ 36">
            <a:extLst>
              <a:ext uri="{FF2B5EF4-FFF2-40B4-BE49-F238E27FC236}">
                <a16:creationId xmlns:a16="http://schemas.microsoft.com/office/drawing/2014/main" id="{457365FD-62E9-F738-1522-D8AC25BD820D}"/>
              </a:ext>
            </a:extLst>
          </p:cNvPr>
          <p:cNvCxnSpPr>
            <a:cxnSpLocks/>
          </p:cNvCxnSpPr>
          <p:nvPr/>
        </p:nvCxnSpPr>
        <p:spPr>
          <a:xfrm flipV="1">
            <a:off x="6322159" y="3004407"/>
            <a:ext cx="2987211" cy="2880827"/>
          </a:xfrm>
          <a:prstGeom prst="straightConnector1">
            <a:avLst/>
          </a:prstGeom>
          <a:ln>
            <a:solidFill>
              <a:srgbClr val="FF0000"/>
            </a:solidFill>
            <a:tailEnd type="triangle"/>
          </a:ln>
          <a:effectLst>
            <a:glow rad="38100">
              <a:schemeClr val="bg1"/>
            </a:glow>
          </a:effectLst>
        </p:spPr>
        <p:style>
          <a:lnRef idx="1">
            <a:schemeClr val="accent1"/>
          </a:lnRef>
          <a:fillRef idx="0">
            <a:schemeClr val="accent1"/>
          </a:fillRef>
          <a:effectRef idx="0">
            <a:schemeClr val="accent1"/>
          </a:effectRef>
          <a:fontRef idx="minor">
            <a:schemeClr val="tx1"/>
          </a:fontRef>
        </p:style>
      </p:cxnSp>
      <p:sp>
        <p:nvSpPr>
          <p:cNvPr id="42" name="正方形/長方形 41">
            <a:extLst>
              <a:ext uri="{FF2B5EF4-FFF2-40B4-BE49-F238E27FC236}">
                <a16:creationId xmlns:a16="http://schemas.microsoft.com/office/drawing/2014/main" id="{03252586-F468-C475-7FF6-FF62842330E5}"/>
              </a:ext>
            </a:extLst>
          </p:cNvPr>
          <p:cNvSpPr/>
          <p:nvPr/>
        </p:nvSpPr>
        <p:spPr>
          <a:xfrm>
            <a:off x="8910536" y="4883285"/>
            <a:ext cx="1128409" cy="18482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24284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E8F5AF7E-33B6-FD4F-231D-5FF4E77047C0}"/>
              </a:ext>
            </a:extLst>
          </p:cNvPr>
          <p:cNvSpPr>
            <a:spLocks noGrp="1"/>
          </p:cNvSpPr>
          <p:nvPr>
            <p:ph type="title"/>
          </p:nvPr>
        </p:nvSpPr>
        <p:spPr/>
        <p:txBody>
          <a:bodyPr>
            <a:normAutofit/>
          </a:bodyPr>
          <a:lstStyle/>
          <a:p>
            <a:r>
              <a:rPr lang="ja-JP" altLang="en-US" sz="4000" dirty="0"/>
              <a:t>章タイトル</a:t>
            </a:r>
            <a:br>
              <a:rPr lang="en-US" altLang="ja-JP" sz="4000" dirty="0"/>
            </a:br>
            <a:r>
              <a:rPr lang="en-US" altLang="ja-JP" sz="4000" dirty="0"/>
              <a:t>Chapter Title</a:t>
            </a:r>
            <a:endParaRPr lang="ja-JP" altLang="en-US" sz="4000" dirty="0"/>
          </a:p>
        </p:txBody>
      </p:sp>
      <p:sp>
        <p:nvSpPr>
          <p:cNvPr id="5" name="テキスト プレースホルダー 4">
            <a:extLst>
              <a:ext uri="{FF2B5EF4-FFF2-40B4-BE49-F238E27FC236}">
                <a16:creationId xmlns:a16="http://schemas.microsoft.com/office/drawing/2014/main" id="{69151BD2-8B08-7A4D-691F-78E40EE0B595}"/>
              </a:ext>
            </a:extLst>
          </p:cNvPr>
          <p:cNvSpPr>
            <a:spLocks noGrp="1"/>
          </p:cNvSpPr>
          <p:nvPr>
            <p:ph type="body" sz="half" idx="2"/>
          </p:nvPr>
        </p:nvSpPr>
        <p:spPr/>
        <p:txBody>
          <a:bodyPr/>
          <a:lstStyle/>
          <a:p>
            <a:r>
              <a:rPr lang="en-US" altLang="ja-JP" dirty="0"/>
              <a:t>CHAPTER</a:t>
            </a:r>
            <a:r>
              <a:rPr lang="ja-JP" altLang="en-US" dirty="0"/>
              <a:t>　</a:t>
            </a:r>
            <a:r>
              <a:rPr lang="en-US" altLang="ja-JP" dirty="0"/>
              <a:t>01</a:t>
            </a:r>
            <a:endParaRPr lang="ja-JP" altLang="en-US" dirty="0"/>
          </a:p>
        </p:txBody>
      </p:sp>
      <p:sp>
        <p:nvSpPr>
          <p:cNvPr id="10" name="スライド番号プレースホルダー 9">
            <a:extLst>
              <a:ext uri="{FF2B5EF4-FFF2-40B4-BE49-F238E27FC236}">
                <a16:creationId xmlns:a16="http://schemas.microsoft.com/office/drawing/2014/main" id="{E42525AA-BF3B-D017-4381-05BA8770E926}"/>
              </a:ext>
            </a:extLst>
          </p:cNvPr>
          <p:cNvSpPr>
            <a:spLocks noGrp="1"/>
          </p:cNvSpPr>
          <p:nvPr>
            <p:ph type="sldNum" sz="quarter" idx="16"/>
          </p:nvPr>
        </p:nvSpPr>
        <p:spPr/>
        <p:txBody>
          <a:bodyPr/>
          <a:lstStyle/>
          <a:p>
            <a:fld id="{7744AD22-693D-4773-9028-20E660F2F223}" type="slidenum">
              <a:rPr kumimoji="1" lang="ja-JP" altLang="en-US" smtClean="0"/>
              <a:pPr/>
              <a:t>4</a:t>
            </a:fld>
            <a:endParaRPr kumimoji="1" lang="ja-JP" altLang="en-US"/>
          </a:p>
        </p:txBody>
      </p:sp>
      <p:sp>
        <p:nvSpPr>
          <p:cNvPr id="8" name="テキスト プレースホルダー 7">
            <a:extLst>
              <a:ext uri="{FF2B5EF4-FFF2-40B4-BE49-F238E27FC236}">
                <a16:creationId xmlns:a16="http://schemas.microsoft.com/office/drawing/2014/main" id="{1FFE423B-4B87-665A-A2EF-C92A6499F219}"/>
              </a:ext>
            </a:extLst>
          </p:cNvPr>
          <p:cNvSpPr>
            <a:spLocks noGrp="1"/>
          </p:cNvSpPr>
          <p:nvPr>
            <p:ph type="body" sz="half" idx="17"/>
          </p:nvPr>
        </p:nvSpPr>
        <p:spPr/>
        <p:txBody>
          <a:bodyPr/>
          <a:lstStyle/>
          <a:p>
            <a:r>
              <a:rPr lang="en-US" altLang="ja-JP" b="0" dirty="0"/>
              <a:t>Introduction</a:t>
            </a:r>
            <a:endParaRPr lang="ja-JP" altLang="en-US" b="0" dirty="0"/>
          </a:p>
        </p:txBody>
      </p:sp>
      <p:sp>
        <p:nvSpPr>
          <p:cNvPr id="9" name="コンテンツ プレースホルダー 8">
            <a:extLst>
              <a:ext uri="{FF2B5EF4-FFF2-40B4-BE49-F238E27FC236}">
                <a16:creationId xmlns:a16="http://schemas.microsoft.com/office/drawing/2014/main" id="{771C24BB-A2D5-076C-CA2A-A9C67CE95A22}"/>
              </a:ext>
            </a:extLst>
          </p:cNvPr>
          <p:cNvSpPr>
            <a:spLocks noGrp="1"/>
          </p:cNvSpPr>
          <p:nvPr>
            <p:ph sz="quarter" idx="18"/>
          </p:nvPr>
        </p:nvSpPr>
        <p:spPr/>
        <p:txBody>
          <a:bodyPr/>
          <a:lstStyle/>
          <a:p>
            <a:pPr marL="0">
              <a:lnSpc>
                <a:spcPct val="100000"/>
              </a:lnSpc>
            </a:pPr>
            <a:r>
              <a:rPr lang="ja-JP" altLang="en-US" dirty="0">
                <a:latin typeface="+mn-ea"/>
              </a:rPr>
              <a:t>ここに章の導入文を記述します。</a:t>
            </a:r>
            <a:endParaRPr lang="en-US" altLang="ja-JP" dirty="0">
              <a:latin typeface="+mn-ea"/>
            </a:endParaRPr>
          </a:p>
          <a:p>
            <a:pPr marL="0">
              <a:lnSpc>
                <a:spcPct val="100000"/>
              </a:lnSpc>
            </a:pPr>
            <a:r>
              <a:rPr lang="ja-JP" altLang="en-US" dirty="0">
                <a:latin typeface="+mn-ea"/>
              </a:rPr>
              <a:t>この章で扱うテーマと読み手に得て</a:t>
            </a:r>
            <a:br>
              <a:rPr lang="en-US" altLang="ja-JP" dirty="0">
                <a:latin typeface="+mn-ea"/>
              </a:rPr>
            </a:br>
            <a:r>
              <a:rPr lang="ja-JP" altLang="en-US" dirty="0">
                <a:latin typeface="+mn-ea"/>
              </a:rPr>
              <a:t>もらいたい理解を１～３行で示します。</a:t>
            </a:r>
          </a:p>
        </p:txBody>
      </p:sp>
    </p:spTree>
    <p:extLst>
      <p:ext uri="{BB962C8B-B14F-4D97-AF65-F5344CB8AC3E}">
        <p14:creationId xmlns:p14="http://schemas.microsoft.com/office/powerpoint/2010/main" val="3306580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63602-EC37-1DC6-CA03-94D938E0EF2A}"/>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6AC6F34-11F8-A47E-A478-036D337DF29A}"/>
              </a:ext>
            </a:extLst>
          </p:cNvPr>
          <p:cNvSpPr>
            <a:spLocks noGrp="1"/>
          </p:cNvSpPr>
          <p:nvPr>
            <p:ph type="title"/>
          </p:nvPr>
        </p:nvSpPr>
        <p:spPr/>
        <p:txBody>
          <a:bodyPr>
            <a:normAutofit fontScale="90000"/>
          </a:bodyPr>
          <a:lstStyle/>
          <a:p>
            <a:r>
              <a:rPr lang="ja-JP" altLang="en-US" dirty="0"/>
              <a:t>要約と結言を含むフォーマット</a:t>
            </a:r>
          </a:p>
        </p:txBody>
      </p:sp>
      <p:sp>
        <p:nvSpPr>
          <p:cNvPr id="5" name="テキスト プレースホルダー 4">
            <a:extLst>
              <a:ext uri="{FF2B5EF4-FFF2-40B4-BE49-F238E27FC236}">
                <a16:creationId xmlns:a16="http://schemas.microsoft.com/office/drawing/2014/main" id="{AB42A970-7D42-D806-077C-021A28BB0A7A}"/>
              </a:ext>
            </a:extLst>
          </p:cNvPr>
          <p:cNvSpPr>
            <a:spLocks noGrp="1"/>
          </p:cNvSpPr>
          <p:nvPr>
            <p:ph type="body" sz="quarter" idx="17"/>
          </p:nvPr>
        </p:nvSpPr>
        <p:spPr/>
        <p:txBody>
          <a:bodyPr/>
          <a:lstStyle/>
          <a:p>
            <a:endParaRPr lang="ja-JP" altLang="en-US"/>
          </a:p>
        </p:txBody>
      </p:sp>
      <p:sp>
        <p:nvSpPr>
          <p:cNvPr id="6" name="コンテンツ プレースホルダー 5">
            <a:extLst>
              <a:ext uri="{FF2B5EF4-FFF2-40B4-BE49-F238E27FC236}">
                <a16:creationId xmlns:a16="http://schemas.microsoft.com/office/drawing/2014/main" id="{A14356AB-63A9-3A98-B3AC-E92CBA84E224}"/>
              </a:ext>
            </a:extLst>
          </p:cNvPr>
          <p:cNvSpPr>
            <a:spLocks noGrp="1"/>
          </p:cNvSpPr>
          <p:nvPr>
            <p:ph sz="quarter" idx="18"/>
          </p:nvPr>
        </p:nvSpPr>
        <p:spPr>
          <a:xfrm>
            <a:off x="457200" y="2645922"/>
            <a:ext cx="11352213" cy="2760591"/>
          </a:xfrm>
        </p:spPr>
        <p:txBody>
          <a:bodyPr/>
          <a:lstStyle/>
          <a:p>
            <a:endParaRPr lang="en-US" altLang="ja-JP" dirty="0"/>
          </a:p>
        </p:txBody>
      </p:sp>
      <p:sp>
        <p:nvSpPr>
          <p:cNvPr id="2" name="Shape 4">
            <a:extLst>
              <a:ext uri="{FF2B5EF4-FFF2-40B4-BE49-F238E27FC236}">
                <a16:creationId xmlns:a16="http://schemas.microsoft.com/office/drawing/2014/main" id="{B4F99DC8-D9E2-A5AA-69CA-91C0BE2FB365}"/>
              </a:ext>
            </a:extLst>
          </p:cNvPr>
          <p:cNvSpPr/>
          <p:nvPr/>
        </p:nvSpPr>
        <p:spPr>
          <a:xfrm>
            <a:off x="457200" y="1364228"/>
            <a:ext cx="11352212" cy="1188720"/>
          </a:xfrm>
          <a:prstGeom prst="rect">
            <a:avLst/>
          </a:prstGeom>
          <a:solidFill>
            <a:srgbClr val="E8F4FA"/>
          </a:solidFill>
          <a:ln w="12700">
            <a:solidFill>
              <a:srgbClr val="E8F4FA"/>
            </a:solidFill>
            <a:prstDash val="solid"/>
          </a:ln>
        </p:spPr>
        <p:txBody>
          <a:bodyPr/>
          <a:lstStyle/>
          <a:p>
            <a:endParaRPr lang="ja-JP" altLang="en-US"/>
          </a:p>
        </p:txBody>
      </p:sp>
      <p:sp>
        <p:nvSpPr>
          <p:cNvPr id="3" name="Shape 5">
            <a:extLst>
              <a:ext uri="{FF2B5EF4-FFF2-40B4-BE49-F238E27FC236}">
                <a16:creationId xmlns:a16="http://schemas.microsoft.com/office/drawing/2014/main" id="{D9A22CD9-4069-B0E6-4871-A7AC5F4C202B}"/>
              </a:ext>
            </a:extLst>
          </p:cNvPr>
          <p:cNvSpPr/>
          <p:nvPr/>
        </p:nvSpPr>
        <p:spPr>
          <a:xfrm>
            <a:off x="457200" y="1364228"/>
            <a:ext cx="109728" cy="1188720"/>
          </a:xfrm>
          <a:prstGeom prst="rect">
            <a:avLst/>
          </a:prstGeom>
          <a:solidFill>
            <a:srgbClr val="238EC2"/>
          </a:solidFill>
          <a:ln w="12700">
            <a:solidFill>
              <a:srgbClr val="238EC2"/>
            </a:solidFill>
            <a:prstDash val="solid"/>
          </a:ln>
        </p:spPr>
        <p:txBody>
          <a:bodyPr/>
          <a:lstStyle/>
          <a:p>
            <a:endParaRPr lang="ja-JP" altLang="en-US"/>
          </a:p>
        </p:txBody>
      </p:sp>
      <p:sp>
        <p:nvSpPr>
          <p:cNvPr id="7" name="Shape 19">
            <a:extLst>
              <a:ext uri="{FF2B5EF4-FFF2-40B4-BE49-F238E27FC236}">
                <a16:creationId xmlns:a16="http://schemas.microsoft.com/office/drawing/2014/main" id="{56ABEFC2-FB50-F892-35D2-CD606511961D}"/>
              </a:ext>
            </a:extLst>
          </p:cNvPr>
          <p:cNvSpPr/>
          <p:nvPr/>
        </p:nvSpPr>
        <p:spPr>
          <a:xfrm>
            <a:off x="457200" y="5519738"/>
            <a:ext cx="11352212" cy="914400"/>
          </a:xfrm>
          <a:prstGeom prst="rect">
            <a:avLst/>
          </a:prstGeom>
          <a:solidFill>
            <a:srgbClr val="1F2937"/>
          </a:solidFill>
          <a:ln w="12700">
            <a:solidFill>
              <a:srgbClr val="1F2937"/>
            </a:solidFill>
            <a:prstDash val="solid"/>
          </a:ln>
        </p:spPr>
        <p:txBody>
          <a:bodyPr/>
          <a:lstStyle/>
          <a:p>
            <a:endParaRPr lang="ja-JP" altLang="en-US" dirty="0"/>
          </a:p>
        </p:txBody>
      </p:sp>
      <p:sp>
        <p:nvSpPr>
          <p:cNvPr id="8" name="テキスト ボックス 7">
            <a:extLst>
              <a:ext uri="{FF2B5EF4-FFF2-40B4-BE49-F238E27FC236}">
                <a16:creationId xmlns:a16="http://schemas.microsoft.com/office/drawing/2014/main" id="{52FFC671-C22B-824B-DF6E-3C417B9A5BCE}"/>
              </a:ext>
            </a:extLst>
          </p:cNvPr>
          <p:cNvSpPr txBox="1"/>
          <p:nvPr/>
        </p:nvSpPr>
        <p:spPr>
          <a:xfrm>
            <a:off x="566928" y="1731795"/>
            <a:ext cx="11242484" cy="453586"/>
          </a:xfrm>
          <a:prstGeom prst="rect">
            <a:avLst/>
          </a:prstGeom>
          <a:noFill/>
        </p:spPr>
        <p:txBody>
          <a:bodyPr wrap="square" anchor="ctr">
            <a:spAutoFit/>
          </a:bodyPr>
          <a:lstStyle/>
          <a:p>
            <a:pPr algn="l">
              <a:lnSpc>
                <a:spcPct val="145000"/>
              </a:lnSpc>
            </a:pPr>
            <a:r>
              <a:rPr lang="ja-JP" altLang="en-US" sz="1800" b="1" dirty="0">
                <a:solidFill>
                  <a:srgbClr val="0A3D62"/>
                </a:solidFill>
                <a:latin typeface="Meiryo UI"/>
              </a:rPr>
              <a:t>ここにリード文（要約）を</a:t>
            </a:r>
            <a:r>
              <a:rPr lang="en-US" altLang="ja-JP" sz="1800" b="1" dirty="0">
                <a:solidFill>
                  <a:srgbClr val="0A3D62"/>
                </a:solidFill>
                <a:latin typeface="Meiryo UI"/>
              </a:rPr>
              <a:t>1〜2</a:t>
            </a:r>
            <a:r>
              <a:rPr lang="ja-JP" altLang="en-US" sz="1800" b="1" dirty="0">
                <a:solidFill>
                  <a:srgbClr val="0A3D62"/>
                </a:solidFill>
                <a:latin typeface="Meiryo UI"/>
              </a:rPr>
              <a:t>行で記述します。読み手が最初に把握すべき結論や論点を簡潔にまとめます。</a:t>
            </a:r>
          </a:p>
        </p:txBody>
      </p:sp>
      <p:sp>
        <p:nvSpPr>
          <p:cNvPr id="9" name="テキスト ボックス 8">
            <a:extLst>
              <a:ext uri="{FF2B5EF4-FFF2-40B4-BE49-F238E27FC236}">
                <a16:creationId xmlns:a16="http://schemas.microsoft.com/office/drawing/2014/main" id="{B198A020-F60A-E60F-8C7C-3EF063DAE799}"/>
              </a:ext>
            </a:extLst>
          </p:cNvPr>
          <p:cNvSpPr txBox="1"/>
          <p:nvPr/>
        </p:nvSpPr>
        <p:spPr>
          <a:xfrm>
            <a:off x="512064" y="5582249"/>
            <a:ext cx="3801041" cy="369332"/>
          </a:xfrm>
          <a:prstGeom prst="rect">
            <a:avLst/>
          </a:prstGeom>
          <a:noFill/>
        </p:spPr>
        <p:txBody>
          <a:bodyPr wrap="none" rtlCol="0">
            <a:spAutoFit/>
          </a:bodyPr>
          <a:lstStyle/>
          <a:p>
            <a:r>
              <a:rPr kumimoji="1" lang="ja-JP" altLang="en-US" b="1" dirty="0">
                <a:solidFill>
                  <a:schemeClr val="accent1">
                    <a:lumMod val="40000"/>
                    <a:lumOff val="60000"/>
                  </a:schemeClr>
                </a:solidFill>
              </a:rPr>
              <a:t>以上の結言や投げかけたいタイトル</a:t>
            </a:r>
          </a:p>
        </p:txBody>
      </p:sp>
      <p:sp>
        <p:nvSpPr>
          <p:cNvPr id="10" name="テキスト ボックス 9">
            <a:extLst>
              <a:ext uri="{FF2B5EF4-FFF2-40B4-BE49-F238E27FC236}">
                <a16:creationId xmlns:a16="http://schemas.microsoft.com/office/drawing/2014/main" id="{E9E28E43-BFFE-53B0-3652-C8069F754A07}"/>
              </a:ext>
            </a:extLst>
          </p:cNvPr>
          <p:cNvSpPr txBox="1"/>
          <p:nvPr/>
        </p:nvSpPr>
        <p:spPr>
          <a:xfrm>
            <a:off x="512064" y="5951581"/>
            <a:ext cx="7869462" cy="369332"/>
          </a:xfrm>
          <a:prstGeom prst="rect">
            <a:avLst/>
          </a:prstGeom>
          <a:noFill/>
        </p:spPr>
        <p:txBody>
          <a:bodyPr wrap="none" rtlCol="0">
            <a:spAutoFit/>
          </a:bodyPr>
          <a:lstStyle/>
          <a:p>
            <a:r>
              <a:rPr kumimoji="1" lang="ja-JP" altLang="en-US" b="1" dirty="0">
                <a:solidFill>
                  <a:schemeClr val="bg1"/>
                </a:solidFill>
              </a:rPr>
              <a:t>このスライドから次のスライドへのつなぎ文句や読み手に投げかけたい文</a:t>
            </a:r>
          </a:p>
        </p:txBody>
      </p:sp>
      <p:sp>
        <p:nvSpPr>
          <p:cNvPr id="12" name="スライド番号プレースホルダー 11">
            <a:extLst>
              <a:ext uri="{FF2B5EF4-FFF2-40B4-BE49-F238E27FC236}">
                <a16:creationId xmlns:a16="http://schemas.microsoft.com/office/drawing/2014/main" id="{A84CCB1D-98A1-359E-1FBB-19D59C413267}"/>
              </a:ext>
            </a:extLst>
          </p:cNvPr>
          <p:cNvSpPr>
            <a:spLocks noGrp="1"/>
          </p:cNvSpPr>
          <p:nvPr>
            <p:ph type="sldNum" sz="quarter" idx="16"/>
          </p:nvPr>
        </p:nvSpPr>
        <p:spPr/>
        <p:txBody>
          <a:bodyPr/>
          <a:lstStyle/>
          <a:p>
            <a:fld id="{7744AD22-693D-4773-9028-20E660F2F223}" type="slidenum">
              <a:rPr kumimoji="1" lang="ja-JP" altLang="en-US" smtClean="0"/>
              <a:pPr/>
              <a:t>5</a:t>
            </a:fld>
            <a:endParaRPr kumimoji="1" lang="ja-JP" altLang="en-US" dirty="0"/>
          </a:p>
        </p:txBody>
      </p:sp>
    </p:spTree>
    <p:extLst>
      <p:ext uri="{BB962C8B-B14F-4D97-AF65-F5344CB8AC3E}">
        <p14:creationId xmlns:p14="http://schemas.microsoft.com/office/powerpoint/2010/main" val="23558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コンテンツ プレースホルダー 8">
            <a:extLst>
              <a:ext uri="{FF2B5EF4-FFF2-40B4-BE49-F238E27FC236}">
                <a16:creationId xmlns:a16="http://schemas.microsoft.com/office/drawing/2014/main" id="{D81B8187-F9A4-0B47-8749-90D9872AEB92}"/>
              </a:ext>
            </a:extLst>
          </p:cNvPr>
          <p:cNvSpPr>
            <a:spLocks noGrp="1"/>
          </p:cNvSpPr>
          <p:nvPr>
            <p:ph sz="quarter" idx="13"/>
          </p:nvPr>
        </p:nvSpPr>
        <p:spPr/>
        <p:txBody>
          <a:bodyPr/>
          <a:lstStyle/>
          <a:p>
            <a:endParaRPr lang="ja-JP" altLang="en-US"/>
          </a:p>
        </p:txBody>
      </p:sp>
      <p:sp>
        <p:nvSpPr>
          <p:cNvPr id="10" name="コンテンツ プレースホルダー 9">
            <a:extLst>
              <a:ext uri="{FF2B5EF4-FFF2-40B4-BE49-F238E27FC236}">
                <a16:creationId xmlns:a16="http://schemas.microsoft.com/office/drawing/2014/main" id="{9E1A2D35-A66C-9524-95E5-F2534433BDDA}"/>
              </a:ext>
            </a:extLst>
          </p:cNvPr>
          <p:cNvSpPr>
            <a:spLocks noGrp="1"/>
          </p:cNvSpPr>
          <p:nvPr>
            <p:ph sz="quarter" idx="14"/>
          </p:nvPr>
        </p:nvSpPr>
        <p:spPr/>
        <p:txBody>
          <a:bodyPr/>
          <a:lstStyle/>
          <a:p>
            <a:endParaRPr lang="ja-JP" altLang="en-US"/>
          </a:p>
        </p:txBody>
      </p:sp>
      <p:sp>
        <p:nvSpPr>
          <p:cNvPr id="11" name="テキスト プレースホルダー 10">
            <a:extLst>
              <a:ext uri="{FF2B5EF4-FFF2-40B4-BE49-F238E27FC236}">
                <a16:creationId xmlns:a16="http://schemas.microsoft.com/office/drawing/2014/main" id="{C670CE65-5C7C-872F-D3C9-EBDBEFE7D7CF}"/>
              </a:ext>
            </a:extLst>
          </p:cNvPr>
          <p:cNvSpPr>
            <a:spLocks noGrp="1"/>
          </p:cNvSpPr>
          <p:nvPr>
            <p:ph type="body" sz="quarter" idx="17"/>
          </p:nvPr>
        </p:nvSpPr>
        <p:spPr/>
        <p:txBody>
          <a:bodyPr/>
          <a:lstStyle/>
          <a:p>
            <a:endParaRPr lang="ja-JP" altLang="en-US"/>
          </a:p>
        </p:txBody>
      </p:sp>
      <p:sp>
        <p:nvSpPr>
          <p:cNvPr id="8" name="タイトル 7">
            <a:extLst>
              <a:ext uri="{FF2B5EF4-FFF2-40B4-BE49-F238E27FC236}">
                <a16:creationId xmlns:a16="http://schemas.microsoft.com/office/drawing/2014/main" id="{E8911BCA-125B-972D-390B-07FE529AEDA7}"/>
              </a:ext>
            </a:extLst>
          </p:cNvPr>
          <p:cNvSpPr>
            <a:spLocks noGrp="1"/>
          </p:cNvSpPr>
          <p:nvPr>
            <p:ph type="title"/>
          </p:nvPr>
        </p:nvSpPr>
        <p:spPr/>
        <p:txBody>
          <a:bodyPr>
            <a:normAutofit fontScale="90000"/>
          </a:bodyPr>
          <a:lstStyle/>
          <a:p>
            <a:r>
              <a:rPr lang="ja-JP" altLang="en-US" dirty="0"/>
              <a:t>２つの比較ページサンプル</a:t>
            </a:r>
          </a:p>
        </p:txBody>
      </p:sp>
      <p:sp>
        <p:nvSpPr>
          <p:cNvPr id="12" name="テキスト プレースホルダー 11">
            <a:extLst>
              <a:ext uri="{FF2B5EF4-FFF2-40B4-BE49-F238E27FC236}">
                <a16:creationId xmlns:a16="http://schemas.microsoft.com/office/drawing/2014/main" id="{C6655D69-5DBC-1323-3F6E-289FA5990A33}"/>
              </a:ext>
            </a:extLst>
          </p:cNvPr>
          <p:cNvSpPr>
            <a:spLocks noGrp="1"/>
          </p:cNvSpPr>
          <p:nvPr>
            <p:ph type="body" sz="quarter" idx="18"/>
          </p:nvPr>
        </p:nvSpPr>
        <p:spPr/>
        <p:txBody>
          <a:bodyPr/>
          <a:lstStyle/>
          <a:p>
            <a:endParaRPr lang="ja-JP" altLang="en-US"/>
          </a:p>
        </p:txBody>
      </p:sp>
      <p:sp>
        <p:nvSpPr>
          <p:cNvPr id="13" name="テキスト プレースホルダー 12">
            <a:extLst>
              <a:ext uri="{FF2B5EF4-FFF2-40B4-BE49-F238E27FC236}">
                <a16:creationId xmlns:a16="http://schemas.microsoft.com/office/drawing/2014/main" id="{F9EE2BDA-63F8-5F93-F858-9FED886621EC}"/>
              </a:ext>
            </a:extLst>
          </p:cNvPr>
          <p:cNvSpPr>
            <a:spLocks noGrp="1"/>
          </p:cNvSpPr>
          <p:nvPr>
            <p:ph type="body" sz="quarter" idx="19"/>
          </p:nvPr>
        </p:nvSpPr>
        <p:spPr/>
        <p:txBody>
          <a:bodyPr/>
          <a:lstStyle/>
          <a:p>
            <a:endParaRPr lang="ja-JP" altLang="en-US"/>
          </a:p>
        </p:txBody>
      </p:sp>
      <p:sp>
        <p:nvSpPr>
          <p:cNvPr id="14" name="スライド番号プレースホルダー 13">
            <a:extLst>
              <a:ext uri="{FF2B5EF4-FFF2-40B4-BE49-F238E27FC236}">
                <a16:creationId xmlns:a16="http://schemas.microsoft.com/office/drawing/2014/main" id="{B8721E8E-B730-197F-9BEE-07CEFA64C1AF}"/>
              </a:ext>
            </a:extLst>
          </p:cNvPr>
          <p:cNvSpPr>
            <a:spLocks noGrp="1"/>
          </p:cNvSpPr>
          <p:nvPr>
            <p:ph type="sldNum" sz="quarter" idx="16"/>
          </p:nvPr>
        </p:nvSpPr>
        <p:spPr/>
        <p:txBody>
          <a:bodyPr/>
          <a:lstStyle/>
          <a:p>
            <a:fld id="{7744AD22-693D-4773-9028-20E660F2F223}" type="slidenum">
              <a:rPr kumimoji="1" lang="ja-JP" altLang="en-US" smtClean="0"/>
              <a:pPr/>
              <a:t>6</a:t>
            </a:fld>
            <a:endParaRPr kumimoji="1" lang="ja-JP" altLang="en-US"/>
          </a:p>
        </p:txBody>
      </p:sp>
    </p:spTree>
    <p:extLst>
      <p:ext uri="{BB962C8B-B14F-4D97-AF65-F5344CB8AC3E}">
        <p14:creationId xmlns:p14="http://schemas.microsoft.com/office/powerpoint/2010/main" val="3394038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2E37547-50C0-C54B-6F56-079E85C1A2AD}"/>
              </a:ext>
            </a:extLst>
          </p:cNvPr>
          <p:cNvSpPr>
            <a:spLocks noGrp="1"/>
          </p:cNvSpPr>
          <p:nvPr>
            <p:ph type="pic" idx="1"/>
          </p:nvPr>
        </p:nvSpPr>
        <p:spPr/>
        <p:txBody>
          <a:bodyPr/>
          <a:lstStyle/>
          <a:p>
            <a:endParaRPr lang="ja-JP" altLang="en-US"/>
          </a:p>
        </p:txBody>
      </p:sp>
      <p:sp>
        <p:nvSpPr>
          <p:cNvPr id="10" name="テキスト プレースホルダー 9">
            <a:extLst>
              <a:ext uri="{FF2B5EF4-FFF2-40B4-BE49-F238E27FC236}">
                <a16:creationId xmlns:a16="http://schemas.microsoft.com/office/drawing/2014/main" id="{A41296AF-6A0B-BB57-4D68-77E83E3B50B8}"/>
              </a:ext>
            </a:extLst>
          </p:cNvPr>
          <p:cNvSpPr>
            <a:spLocks noGrp="1"/>
          </p:cNvSpPr>
          <p:nvPr>
            <p:ph type="body" sz="half" idx="2"/>
          </p:nvPr>
        </p:nvSpPr>
        <p:spPr/>
        <p:txBody>
          <a:bodyPr/>
          <a:lstStyle/>
          <a:p>
            <a:endParaRPr lang="ja-JP" altLang="en-US"/>
          </a:p>
        </p:txBody>
      </p:sp>
      <p:sp>
        <p:nvSpPr>
          <p:cNvPr id="11" name="テキスト プレースホルダー 10">
            <a:extLst>
              <a:ext uri="{FF2B5EF4-FFF2-40B4-BE49-F238E27FC236}">
                <a16:creationId xmlns:a16="http://schemas.microsoft.com/office/drawing/2014/main" id="{77BA8B8D-EE8F-BF08-5C4E-5F3A4D681642}"/>
              </a:ext>
            </a:extLst>
          </p:cNvPr>
          <p:cNvSpPr>
            <a:spLocks noGrp="1"/>
          </p:cNvSpPr>
          <p:nvPr>
            <p:ph type="body" sz="quarter" idx="17"/>
          </p:nvPr>
        </p:nvSpPr>
        <p:spPr/>
        <p:txBody>
          <a:bodyPr/>
          <a:lstStyle/>
          <a:p>
            <a:endParaRPr lang="ja-JP" altLang="en-US"/>
          </a:p>
        </p:txBody>
      </p:sp>
      <p:sp>
        <p:nvSpPr>
          <p:cNvPr id="12" name="テキスト プレースホルダー 11">
            <a:extLst>
              <a:ext uri="{FF2B5EF4-FFF2-40B4-BE49-F238E27FC236}">
                <a16:creationId xmlns:a16="http://schemas.microsoft.com/office/drawing/2014/main" id="{8417BCC1-9EA3-7D6C-BB60-EA6F01DB25D3}"/>
              </a:ext>
            </a:extLst>
          </p:cNvPr>
          <p:cNvSpPr>
            <a:spLocks noGrp="1"/>
          </p:cNvSpPr>
          <p:nvPr>
            <p:ph type="body" sz="quarter" idx="18"/>
          </p:nvPr>
        </p:nvSpPr>
        <p:spPr/>
        <p:txBody>
          <a:bodyPr/>
          <a:lstStyle/>
          <a:p>
            <a:endParaRPr lang="ja-JP" altLang="en-US"/>
          </a:p>
        </p:txBody>
      </p:sp>
      <p:sp>
        <p:nvSpPr>
          <p:cNvPr id="8" name="タイトル 7">
            <a:extLst>
              <a:ext uri="{FF2B5EF4-FFF2-40B4-BE49-F238E27FC236}">
                <a16:creationId xmlns:a16="http://schemas.microsoft.com/office/drawing/2014/main" id="{B280D1B8-C0E8-B10B-C34A-9A5F1F59BDE7}"/>
              </a:ext>
            </a:extLst>
          </p:cNvPr>
          <p:cNvSpPr>
            <a:spLocks noGrp="1"/>
          </p:cNvSpPr>
          <p:nvPr>
            <p:ph type="title"/>
          </p:nvPr>
        </p:nvSpPr>
        <p:spPr/>
        <p:txBody>
          <a:bodyPr>
            <a:normAutofit fontScale="90000"/>
          </a:bodyPr>
          <a:lstStyle/>
          <a:p>
            <a:r>
              <a:rPr lang="ja-JP" altLang="en-US" dirty="0"/>
              <a:t>画像説明ページのサンプル</a:t>
            </a:r>
          </a:p>
        </p:txBody>
      </p:sp>
      <p:sp>
        <p:nvSpPr>
          <p:cNvPr id="13" name="テキスト プレースホルダー 12">
            <a:extLst>
              <a:ext uri="{FF2B5EF4-FFF2-40B4-BE49-F238E27FC236}">
                <a16:creationId xmlns:a16="http://schemas.microsoft.com/office/drawing/2014/main" id="{B583D706-CFDC-11ED-3B59-3DEF09007F1F}"/>
              </a:ext>
            </a:extLst>
          </p:cNvPr>
          <p:cNvSpPr>
            <a:spLocks noGrp="1"/>
          </p:cNvSpPr>
          <p:nvPr>
            <p:ph type="body" sz="half" idx="19"/>
          </p:nvPr>
        </p:nvSpPr>
        <p:spPr/>
        <p:txBody>
          <a:bodyPr/>
          <a:lstStyle/>
          <a:p>
            <a:endParaRPr lang="ja-JP" altLang="en-US"/>
          </a:p>
        </p:txBody>
      </p:sp>
      <p:sp>
        <p:nvSpPr>
          <p:cNvPr id="14" name="スライド番号プレースホルダー 13">
            <a:extLst>
              <a:ext uri="{FF2B5EF4-FFF2-40B4-BE49-F238E27FC236}">
                <a16:creationId xmlns:a16="http://schemas.microsoft.com/office/drawing/2014/main" id="{13A76B3A-9C35-E74B-F463-B3059CD38079}"/>
              </a:ext>
            </a:extLst>
          </p:cNvPr>
          <p:cNvSpPr>
            <a:spLocks noGrp="1"/>
          </p:cNvSpPr>
          <p:nvPr>
            <p:ph type="sldNum" sz="quarter" idx="16"/>
          </p:nvPr>
        </p:nvSpPr>
        <p:spPr/>
        <p:txBody>
          <a:bodyPr/>
          <a:lstStyle/>
          <a:p>
            <a:fld id="{7744AD22-693D-4773-9028-20E660F2F223}" type="slidenum">
              <a:rPr kumimoji="1" lang="ja-JP" altLang="en-US" smtClean="0"/>
              <a:pPr/>
              <a:t>7</a:t>
            </a:fld>
            <a:endParaRPr kumimoji="1" lang="ja-JP" altLang="en-US"/>
          </a:p>
        </p:txBody>
      </p:sp>
    </p:spTree>
    <p:extLst>
      <p:ext uri="{BB962C8B-B14F-4D97-AF65-F5344CB8AC3E}">
        <p14:creationId xmlns:p14="http://schemas.microsoft.com/office/powerpoint/2010/main" val="53194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199E6AF-C27B-6DA2-6FFB-4BF1C1B217D9}"/>
              </a:ext>
            </a:extLst>
          </p:cNvPr>
          <p:cNvSpPr>
            <a:spLocks noGrp="1"/>
          </p:cNvSpPr>
          <p:nvPr>
            <p:ph type="sldNum" sz="quarter" idx="4294967295"/>
          </p:nvPr>
        </p:nvSpPr>
        <p:spPr>
          <a:xfrm>
            <a:off x="11426825" y="6464300"/>
            <a:ext cx="765175" cy="365125"/>
          </a:xfrm>
        </p:spPr>
        <p:txBody>
          <a:bodyPr/>
          <a:lstStyle/>
          <a:p>
            <a:fld id="{7744AD22-693D-4773-9028-20E660F2F223}" type="slidenum">
              <a:rPr kumimoji="1" lang="ja-JP" altLang="en-US" smtClean="0"/>
              <a:pPr/>
              <a:t>8</a:t>
            </a:fld>
            <a:endParaRPr kumimoji="1" lang="ja-JP" altLang="en-US"/>
          </a:p>
        </p:txBody>
      </p:sp>
    </p:spTree>
    <p:extLst>
      <p:ext uri="{BB962C8B-B14F-4D97-AF65-F5344CB8AC3E}">
        <p14:creationId xmlns:p14="http://schemas.microsoft.com/office/powerpoint/2010/main" val="3244768358"/>
      </p:ext>
    </p:extLst>
  </p:cSld>
  <p:clrMapOvr>
    <a:masterClrMapping/>
  </p:clrMapOvr>
</p:sld>
</file>

<file path=ppt/theme/theme1.xml><?xml version="1.0" encoding="utf-8"?>
<a:theme xmlns:a="http://schemas.openxmlformats.org/drawingml/2006/main" name="しずく">
  <a:themeElements>
    <a:clrScheme name="しず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テンプレート1">
      <a:majorFont>
        <a:latin typeface="Segoe UI"/>
        <a:ea typeface="游ゴシック Medium"/>
        <a:cs typeface=""/>
      </a:majorFont>
      <a:minorFont>
        <a:latin typeface="Segoe UI"/>
        <a:ea typeface="游ゴシック Medium"/>
        <a:cs typeface=""/>
      </a:minorFont>
    </a:fontScheme>
    <a:fmtScheme name="しずく">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TM04033925[[fn=しずく]]</Template>
  <TotalTime>310</TotalTime>
  <Words>238</Words>
  <Application>Microsoft Office PowerPoint</Application>
  <PresentationFormat>ワイド画面</PresentationFormat>
  <Paragraphs>40</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Meiryo UI</vt:lpstr>
      <vt:lpstr>游ゴシック</vt:lpstr>
      <vt:lpstr>Arial</vt:lpstr>
      <vt:lpstr>Segoe UI</vt:lpstr>
      <vt:lpstr>Wingdings</vt:lpstr>
      <vt:lpstr>しずく</vt:lpstr>
      <vt:lpstr>PowerPointフォーマット</vt:lpstr>
      <vt:lpstr>フォントについて１</vt:lpstr>
      <vt:lpstr>フォントについて２</vt:lpstr>
      <vt:lpstr>章タイトル Chapter Title</vt:lpstr>
      <vt:lpstr>要約と結言を含むフォーマット</vt:lpstr>
      <vt:lpstr>２つの比較ページサンプル</vt:lpstr>
      <vt:lpstr>画像説明ページのサンプル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薮内裕之</dc:creator>
  <cp:lastModifiedBy>薮内裕之</cp:lastModifiedBy>
  <cp:revision>5</cp:revision>
  <dcterms:created xsi:type="dcterms:W3CDTF">2026-05-12T02:31:46Z</dcterms:created>
  <dcterms:modified xsi:type="dcterms:W3CDTF">2026-05-25T07:53:42Z</dcterms:modified>
</cp:coreProperties>
</file>