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付与されるタグ（探すための見出し）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記録される属性（図面から取り出した値）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当社で架空の図面を40件用意し、登録から表示まで通して確認しました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