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フォルダの整備は、引き続き効果があります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図面1枚から、このような情報ができあがります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読み取った内容を整理して属性にし、その中から探すためのタグを作ります（架空の例示です）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52044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① 図面から読み取った内容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書かれているものを、そのまま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7860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・図枠の文字「材質」「SUS304」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・注記「焼入れ HRC50」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・寸法と公差の記号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・部品ツリー 108件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 4.8 kg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・保存先のフォルダ名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33832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1600200"/>
            <a:ext cx="352044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90288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② 整理して確定した値（属性）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どれがどの項目かを判断して選ぶ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57860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・図面番号　SAMPLE-0001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・図面名　　ガイドレール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・材質　　　SUS304、SS400 ほか8種類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・熱処理　　焼入れ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　　　4.8 kg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・構成部品　108 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136" y="33832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600200"/>
            <a:ext cx="352044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67344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③ 絞り込み用のタグ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探すのに使えるものを見出しに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67344" y="2578608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2999232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3419856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3840480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4261104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67344" y="4681728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5102352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①②③はいずれも図面の情報として記録され、画面で確認できます。違いは使い道です。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①はなぜその値になったかを後から確かめるための記録、②は図面の中身を見るための値、③は条件を指定して図面を探すための見出しです。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タグが付くと、探し方はこう変わります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画面イメージです。表示している値はすべて架空のデモデータです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109167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420624"/>
          </a:xfrm>
          <a:prstGeom prst="rect">
            <a:avLst/>
          </a:prstGeom>
          <a:solidFill>
            <a:srgbClr val="005BAC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788920" cy="3968496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絞り込み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A社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B社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C社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255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3340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ガントリー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治具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コンベア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材質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SUS304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SS400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A5052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194560"/>
            <a:ext cx="7790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検索結果　4件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1" y="2560320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88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ガイドレール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809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816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4.8 kg　/　108 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410712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76472" y="3538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538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走行ベース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83133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66674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12.3 kg　/　64 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4261104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76472" y="43891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ケーブルダクト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817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5171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1.2 kg　/　9 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1" y="5111496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5239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昇降フレーム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5532120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　熱処理:焼入れ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367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23.6 kg　/　87 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客先・装置・材質などを組み合わせて絞り込めます。フォルダをたどらず、図面を1枚ずつ開かずに候補までたどり着けます。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