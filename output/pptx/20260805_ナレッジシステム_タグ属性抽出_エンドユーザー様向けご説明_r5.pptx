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フォルダの整備は、引き続き効果があります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図面1枚から、このような情報が付与されます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下記は仕組みを説明するための架空の例示です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自動で付く見出し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96512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一緒に記録される値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2395728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項目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値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図面番号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SAMPLE-0001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図面名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ガイドレール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4.8 kg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構成部品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108 点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使われている材質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 種類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「A社向けで、SUS304を使ったガントリー」といった条件で、図面を開かずに絞り込めます。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質量や部品点数は数値として残るため、複数の図面をまたいだ集計にも使えます。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タグが付くと、探し方はこう変わります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画面イメージです。表示している値はすべて架空のデモデータです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1091672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420624"/>
          </a:xfrm>
          <a:prstGeom prst="rect">
            <a:avLst/>
          </a:prstGeom>
          <a:solidFill>
            <a:srgbClr val="005BAC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788920" cy="3968496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絞り込み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A社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B社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C社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255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装置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3340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ガントリー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治具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コンベア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材質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28616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SUS304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SS400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A5052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194560"/>
            <a:ext cx="7790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検索結果　4件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1" y="2560320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76472" y="2688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ガイドレール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98094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8163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4.8 kg　/　108 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3410712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76472" y="3538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35387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走行ベース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83133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66674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12.3 kg　/　64 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1" y="4261104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76472" y="43891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ケーブルダクト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68172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45171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1.2 kg　/　9 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1" y="5111496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76472" y="5239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6712" y="5239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昇降フレーム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5532120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　熱処理:焼入れ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53675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23.6 kg　/　87 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客先・装置・材質などを組み合わせて絞り込めます。フォルダをたどらず、図面を1枚ずつ開かずに候補までたどり着けます。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当社で架空の図面を40件用意し、登録から表示まで通して確認しました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自社でよく使う言葉を登録する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小さく試して、効果を確かめて、広げていきます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・フォルダ階層と名称をそろえる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