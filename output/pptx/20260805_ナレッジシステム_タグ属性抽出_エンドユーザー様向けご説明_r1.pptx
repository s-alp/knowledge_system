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CADの買い足しは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必須ではない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3D CAD（ICAD）が要るのは図面を登録する時だけです。検索や閲覧にCADは要りません。CADなしの構成も選べます。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本資料は、導入をご検討いただく立場の方に向けて、仕組みの位置づけと前提条件を整理したものです。操作方法や技術仕様は含みません。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フォルダ整理や命名規則の見直しでは解決しきれない理由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人手で情報を写す方式は、増え続ける図面に追いつけません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フォルダ整理や台帳作成では、なぜ届かないのか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これまでの対策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この仕組みの考え方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・フォルダを整理し、命名規則を決める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・担当者が個人メモに要点を残す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続かない理由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・過去の図面までは、遡って整備しきれない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人が続けやすい理由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・登録すれば手がかりが付くので、作業が増えない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・同じ規則で処理するため、表記がぶれない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登録された言葉と照らし合わせ、客先・装置・材質などの見出しを付けます。判断の根拠も一緒に残します。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この3つは自動で動きます。設計者が入力する作業はありません。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処理は図面を登録したときに1回だけ動きます。以降の検索・閲覧では、保存された情報を見るだけです。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図面1枚から、こんな情報が付きます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下記は仕組みを説明するための例示です（架空の図面です）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自動で付く見出し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一緒に記録される値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この状態になると、「A社向けで、SUS304を使ったガントリー」のような条件で、図面を開かずに絞り込めます。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実際の設計図面での確認結果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当社が実務で使われている設計図面39件を、登録から表示まで通して確認しました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39件すべて（処理できなかった図面なし）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39件すべて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39件中38件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39件中33件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少数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登録した言葉の数に依存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客先・装置の見出しが少ない理由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この確認を行った時点では、照合に使う言葉（社名・装置名）を検証用に3件しか登録していませんでした。読み取り側の限界ではなく、実際に使う社名・装置名を登録すれば付くようになります。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なお、この確認で分かるのは「取り出せるかどうか」です。探す時間がどれだけ短くなるかは、実際の運用で計測しないと分かりません。本資料では推定値を示していません。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必要になる環境と、CADライセンスの考え方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必要な環境と、CADライセンスの考え方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ナレッジシステム専用にCADを買い足すことは、必須ではありません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3D CAD（ICAD）の図面をそのまま読み取る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既にお持ちのCADを使えます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設計者が使っていない時間帯に読み取りを動かす、といった運用が可能です。ご利用条件は事前に確認します。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構成Aと構成Bは併用できます。ふだんは構成Bで運用し、詳しい情報が必要な図面だけ構成Aで読み取る、といった使い方も可能です。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フォルダの付け方をそろえる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客先名や案件名がフォルダ名から読み取れると、精度が上がります。今後の新規案件だけでも規則をそろえる価値があります。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いずれも大がかりな整備は不要です。まず対象を絞って始め、運用しながら言葉と規則を足していく進め方を想定しています。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・削減時間や金額の効果をお示しする（未計測です）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効果を数値でお示しするには、実際の業務で試験運用し、導入前後を計測する必要があります。根拠のない数値は本資料に載せていません。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小さく試して、効果を確かめてから広げる進め方をおすすめしています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・フォルダの付け方をそろえる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