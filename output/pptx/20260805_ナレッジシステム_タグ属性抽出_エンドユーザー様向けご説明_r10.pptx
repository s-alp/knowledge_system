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過去の図面も、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そのまま対象にできる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今ある図面をそのまま読み取れます。ナレッジのために図面を作り直したり、書き足したりする作業はありません。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人が台帳へ写す方式が、行き詰まる理由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人が図面を開いて情報を写す方式は、増え続ける図面に追いつけません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台帳づくりが続かない理由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人が写す方式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図面から読み取る方式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・担当者が要点を個人メモに残す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・探すときはフォルダを辿り、記憶と勘で当たりをつける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行き詰まる理由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・過去の図面までは、遡って入力しきれない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フォルダの整備は、引き続き効果があります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階層と名称の規則がそろっていると、客先名や案件名をフォルダから読み取れます。図面の中身と合わせて判断できるため、見出しの精度が上がります。整備した規則は、この仕組みの上でそのまま活き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項目へ整理する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書き方のばらつきをそろえ、どれがどの項目かを判断して整えます。決められない項目は、空欄のまま残します。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整えた値を登録されている言葉と照らし合わせ、客先・装置・材質などの見出しを付けます。判断の根拠も一緒に残します。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この3つを自動で動かせます。設計者が入力する作業はありません。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読み取りは図面を登録したときに動きます。図面を訂正して登録し直せば、その図面だけを読み取り直します。人が手で直した見出しは、読み取り直しても残ります。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図面1枚から、このような情報ができあがります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読み取った内容を整理して属性にし、その中から探すためのタグを作ります（架空の例示です）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52044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① 図面から読み取った内容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書かれているものを、そのまま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78608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・図枠の文字「材質」「SUS304」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・注記「焼入れ HRC50」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・寸法と公差の記号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・部品ツリー 108件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 4.8 kg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・保存先のフォルダ名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33832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4256" y="1600200"/>
            <a:ext cx="352044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90288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② 整理して確定した値（属性）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どれがどの項目かを判断して選ぶ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578608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・図面番号　SAMPLE-0001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・図面名　　ガイドレール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・材質　　　SUS304、SS400 ほか8種類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・熱処理　　焼入れ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　　　4.8 kg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・構成部品　108 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6136" y="338328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8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600200"/>
            <a:ext cx="3520440" cy="397763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67344" y="1847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③ 絞り込み用のタグ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探すのに使えるものを見出しに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67344" y="2578608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7344" y="2999232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7344" y="3419856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344" y="3840480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67344" y="4261104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67344" y="4681728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7344" y="5102352"/>
            <a:ext cx="3008376" cy="329184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①②③はいずれも図面の情報として記録され、画面で確認できます。違いは使い道です。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①はなぜその値になったかを後から確かめるための記録、②は図面の中身を見るための値、③は条件を指定して図面を探すための見出しです。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タグが付くと、探し方はこう変わります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画面イメージです。表示している値はすべて架空のデモデータです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1091672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420624"/>
          </a:xfrm>
          <a:prstGeom prst="rect">
            <a:avLst/>
          </a:prstGeom>
          <a:solidFill>
            <a:srgbClr val="005BAC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788920" cy="3968496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絞り込み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A社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B社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C社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255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装置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63340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ガントリー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治具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コンベア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材質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28616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SUS304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SS400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A5052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194560"/>
            <a:ext cx="7790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検索結果　4件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1" y="2560320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76472" y="2688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688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ガイドレール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98094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8163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4.8 kg　/　108 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3410712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76472" y="3538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35387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走行ベース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383133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66674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12.3 kg　/　64 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1" y="4261104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76472" y="43891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43891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ケーブルダクト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681728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45171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1.2 kg　/　9 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1" y="5111496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76472" y="52395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6712" y="5239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昇降フレーム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5532120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　熱処理:焼入れ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53675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23.6 kg　/　87 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客先・装置・材質などを組み合わせて絞り込めます。フォルダをたどらず、図面を1枚ずつ開かずに候補までたどり着けます。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動作確認の結果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架空の図面を40件用意し、登録から表示まで通して確認しました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40件中39件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40件中34件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登録済みの言葉に一致した図面のみ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登録語彙の数で決まる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読み取りの性能と、見出しの数は別の話です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構成は図面そのものに書かれているため、ほぼ全件で取り出せます。一方、客先や装置の見出しは、あらかじめ登録した社名・装置名と一致したときに付きます。この確認では語彙を数件しか登録していないため、見出しの数は少なくなってい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つまり見出しの数は、読み取りの精度ではなく登録した語彙の量で決まります。運用で使う社名・装置名を登録すれば、その分だけ増えます。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ICADを使う構成と、使わない構成のどちらでも運用できます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検索・閲覧・見出しの表示にICADは要りません。読み取った内容は保存され、以降は保存された情報を見ます。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既にお使いのICADを使えます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STEP／DXFに出力したデータを取り込む構成であれば、ICADなしで運用できます。取り出せる情報は少なくなります。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構成Aと構成Bは併用できます。ふだんは構成Bで取り込み、詳しい情報が必要な図面だけ構成Aで読み取ることもできます。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自社でよく使う言葉を登録する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フォルダ階層と名称をそろえる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客先名や案件名をフォルダから読み取れると、見出しの精度が上がります。今後の新規案件から規則をそろえるだけでも効果があります。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どれも一度に完璧にする必要はありません。対象を絞って始め、運用しながら言葉と規則を足していきます。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小さく試して、効果を確かめて、広げていきます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・フォルダ階層と名称をそろえる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00A8E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00800"/>
            <a:ext cx="1399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